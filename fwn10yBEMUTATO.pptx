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312" r:id="rId8"/>
    <p:sldId id="314" r:id="rId9"/>
    <p:sldId id="315" r:id="rId10"/>
    <p:sldId id="269" r:id="rId11"/>
  </p:sldIdLst>
  <p:sldSz cx="9144000" cy="5143500" type="screen16x9"/>
  <p:notesSz cx="6858000" cy="9144000"/>
  <p:embeddedFontLst>
    <p:embeddedFont>
      <p:font typeface="Play" panose="020B0604020202020204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311">
          <p15:clr>
            <a:srgbClr val="EA4335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7731E6-FF46-4317-83BC-38B621B4A761}">
  <a:tblStyle styleId="{2E7731E6-FF46-4317-83BC-38B621B4A76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6" d="100"/>
          <a:sy n="136" d="100"/>
        </p:scale>
        <p:origin x="1530" y="120"/>
      </p:cViewPr>
      <p:guideLst>
        <p:guide pos="5311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5" name="Google Shape;2635;g10b651380e3_0_15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6" name="Google Shape;2636;g10b651380e3_0_15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6" name="Google Shape;2646;gfd291ba3e9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7" name="Google Shape;2647;gfd291ba3e9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" name="Google Shape;2652;g10a69f07881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3" name="Google Shape;2653;g10a69f07881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" name="Google Shape;2663;g10b651380e3_0_19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4" name="Google Shape;2664;g10b651380e3_0_19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2" name="Google Shape;2692;g10b651380e3_0_2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3" name="Google Shape;2693;g10b651380e3_0_2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6" name="Google Shape;2706;g10b651380e3_0_20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7" name="Google Shape;2707;g10b651380e3_0_20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6" name="Google Shape;2706;g10b651380e3_0_20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7" name="Google Shape;2707;g10b651380e3_0_20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23343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6" name="Google Shape;2706;g10b651380e3_0_20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7" name="Google Shape;2707;g10b651380e3_0_20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06889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6" name="Google Shape;2706;g10b651380e3_0_20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7" name="Google Shape;2707;g10b651380e3_0_20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26321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3" name="Google Shape;3043;g10a9ee379fb_0_8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4" name="Google Shape;3044;g10a9ee379fb_0_8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282800" y="1285125"/>
            <a:ext cx="6578400" cy="22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211600" y="3865700"/>
            <a:ext cx="4720800" cy="3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3640848" y="2185426"/>
            <a:ext cx="4088811" cy="4088811"/>
            <a:chOff x="-3640848" y="2185426"/>
            <a:chExt cx="4088811" cy="4088811"/>
          </a:xfrm>
        </p:grpSpPr>
        <p:sp>
          <p:nvSpPr>
            <p:cNvPr id="12" name="Google Shape;12;p2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-2722250" y="-1079764"/>
            <a:ext cx="3769563" cy="11358057"/>
            <a:chOff x="-2722250" y="-1079764"/>
            <a:chExt cx="3769563" cy="11358057"/>
          </a:xfrm>
        </p:grpSpPr>
        <p:sp>
          <p:nvSpPr>
            <p:cNvPr id="15" name="Google Shape;15;p2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" name="Google Shape;29;p2"/>
          <p:cNvGrpSpPr/>
          <p:nvPr/>
        </p:nvGrpSpPr>
        <p:grpSpPr>
          <a:xfrm>
            <a:off x="746900" y="-550225"/>
            <a:ext cx="1982975" cy="2013575"/>
            <a:chOff x="746900" y="-550225"/>
            <a:chExt cx="1982975" cy="2013575"/>
          </a:xfrm>
        </p:grpSpPr>
        <p:sp>
          <p:nvSpPr>
            <p:cNvPr id="30" name="Google Shape;30;p2"/>
            <p:cNvSpPr/>
            <p:nvPr/>
          </p:nvSpPr>
          <p:spPr>
            <a:xfrm>
              <a:off x="857425" y="-430200"/>
              <a:ext cx="1746850" cy="1775450"/>
            </a:xfrm>
            <a:custGeom>
              <a:avLst/>
              <a:gdLst/>
              <a:ahLst/>
              <a:cxnLst/>
              <a:rect l="l" t="t" r="r" b="b"/>
              <a:pathLst>
                <a:path w="69874" h="71018" extrusionOk="0">
                  <a:moveTo>
                    <a:pt x="0" y="71018"/>
                  </a:moveTo>
                  <a:lnTo>
                    <a:pt x="23258" y="47640"/>
                  </a:lnTo>
                  <a:lnTo>
                    <a:pt x="21067" y="32258"/>
                  </a:lnTo>
                  <a:lnTo>
                    <a:pt x="36760" y="15827"/>
                  </a:lnTo>
                  <a:lnTo>
                    <a:pt x="53571" y="15803"/>
                  </a:lnTo>
                  <a:lnTo>
                    <a:pt x="6987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dist="19050" algn="bl" rotWithShape="0">
                <a:schemeClr val="accent1"/>
              </a:outerShdw>
            </a:effectLst>
          </p:spPr>
        </p:sp>
        <p:sp>
          <p:nvSpPr>
            <p:cNvPr id="31" name="Google Shape;31;p2"/>
            <p:cNvSpPr/>
            <p:nvPr/>
          </p:nvSpPr>
          <p:spPr>
            <a:xfrm>
              <a:off x="746900" y="1312750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2579275" y="-550225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57425" y="-430200"/>
              <a:ext cx="1746850" cy="1775450"/>
            </a:xfrm>
            <a:custGeom>
              <a:avLst/>
              <a:gdLst/>
              <a:ahLst/>
              <a:cxnLst/>
              <a:rect l="l" t="t" r="r" b="b"/>
              <a:pathLst>
                <a:path w="69874" h="71018" extrusionOk="0">
                  <a:moveTo>
                    <a:pt x="0" y="71018"/>
                  </a:moveTo>
                  <a:lnTo>
                    <a:pt x="23258" y="47640"/>
                  </a:lnTo>
                  <a:lnTo>
                    <a:pt x="21067" y="32258"/>
                  </a:lnTo>
                  <a:lnTo>
                    <a:pt x="36760" y="15827"/>
                  </a:lnTo>
                  <a:lnTo>
                    <a:pt x="53571" y="15803"/>
                  </a:lnTo>
                  <a:lnTo>
                    <a:pt x="6987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</p:grpSp>
      <p:grpSp>
        <p:nvGrpSpPr>
          <p:cNvPr id="34" name="Google Shape;34;p2"/>
          <p:cNvGrpSpPr/>
          <p:nvPr/>
        </p:nvGrpSpPr>
        <p:grpSpPr>
          <a:xfrm>
            <a:off x="8129425" y="2555026"/>
            <a:ext cx="4222888" cy="4088811"/>
            <a:chOff x="8129425" y="2555026"/>
            <a:chExt cx="4222888" cy="4088811"/>
          </a:xfrm>
        </p:grpSpPr>
        <p:sp>
          <p:nvSpPr>
            <p:cNvPr id="35" name="Google Shape;35;p2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2"/>
          <p:cNvGrpSpPr/>
          <p:nvPr/>
        </p:nvGrpSpPr>
        <p:grpSpPr>
          <a:xfrm>
            <a:off x="8430775" y="-2181926"/>
            <a:ext cx="2504551" cy="4575301"/>
            <a:chOff x="8430775" y="-2181926"/>
            <a:chExt cx="2504551" cy="4575301"/>
          </a:xfrm>
        </p:grpSpPr>
        <p:sp>
          <p:nvSpPr>
            <p:cNvPr id="44" name="Google Shape;44;p2"/>
            <p:cNvSpPr/>
            <p:nvPr/>
          </p:nvSpPr>
          <p:spPr>
            <a:xfrm rot="10800000">
              <a:off x="8538272" y="-2181926"/>
              <a:ext cx="2397054" cy="4463204"/>
            </a:xfrm>
            <a:custGeom>
              <a:avLst/>
              <a:gdLst/>
              <a:ahLst/>
              <a:cxnLst/>
              <a:rect l="l" t="t" r="r" b="b"/>
              <a:pathLst>
                <a:path w="37473" h="69773" fill="none" extrusionOk="0">
                  <a:moveTo>
                    <a:pt x="0" y="69773"/>
                  </a:moveTo>
                  <a:lnTo>
                    <a:pt x="30223" y="39550"/>
                  </a:lnTo>
                  <a:lnTo>
                    <a:pt x="30223" y="7230"/>
                  </a:lnTo>
                  <a:lnTo>
                    <a:pt x="37473" y="1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430775" y="2242775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 rot="10800000">
              <a:off x="8538272" y="-2181926"/>
              <a:ext cx="2397054" cy="4463204"/>
            </a:xfrm>
            <a:custGeom>
              <a:avLst/>
              <a:gdLst/>
              <a:ahLst/>
              <a:cxnLst/>
              <a:rect l="l" t="t" r="r" b="b"/>
              <a:pathLst>
                <a:path w="37473" h="69773" fill="none" extrusionOk="0">
                  <a:moveTo>
                    <a:pt x="0" y="69773"/>
                  </a:moveTo>
                  <a:lnTo>
                    <a:pt x="30223" y="39550"/>
                  </a:lnTo>
                  <a:lnTo>
                    <a:pt x="30223" y="7230"/>
                  </a:lnTo>
                  <a:lnTo>
                    <a:pt x="37473" y="1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8430775" y="2242775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" name="Google Shape;48;p2"/>
          <p:cNvGrpSpPr/>
          <p:nvPr/>
        </p:nvGrpSpPr>
        <p:grpSpPr>
          <a:xfrm rot="10800000" flipH="1">
            <a:off x="4980106" y="-10605742"/>
            <a:ext cx="3769563" cy="11358057"/>
            <a:chOff x="-2722250" y="-1079764"/>
            <a:chExt cx="3769563" cy="11358057"/>
          </a:xfrm>
        </p:grpSpPr>
        <p:sp>
          <p:nvSpPr>
            <p:cNvPr id="49" name="Google Shape;49;p2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>
            <a:spLocks noGrp="1"/>
          </p:cNvSpPr>
          <p:nvPr>
            <p:ph type="title"/>
          </p:nvPr>
        </p:nvSpPr>
        <p:spPr>
          <a:xfrm>
            <a:off x="2206800" y="2374150"/>
            <a:ext cx="4730400" cy="68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65" name="Google Shape;65;p3"/>
          <p:cNvSpPr txBox="1">
            <a:spLocks noGrp="1"/>
          </p:cNvSpPr>
          <p:nvPr>
            <p:ph type="subTitle" idx="1"/>
          </p:nvPr>
        </p:nvSpPr>
        <p:spPr>
          <a:xfrm>
            <a:off x="3137400" y="3519025"/>
            <a:ext cx="28692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66" name="Google Shape;66;p3"/>
          <p:cNvSpPr txBox="1">
            <a:spLocks noGrp="1"/>
          </p:cNvSpPr>
          <p:nvPr>
            <p:ph type="title" idx="2" hasCustomPrompt="1"/>
          </p:nvPr>
        </p:nvSpPr>
        <p:spPr>
          <a:xfrm>
            <a:off x="2206800" y="1223888"/>
            <a:ext cx="4730400" cy="8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67" name="Google Shape;67;p3"/>
          <p:cNvSpPr/>
          <p:nvPr/>
        </p:nvSpPr>
        <p:spPr>
          <a:xfrm rot="-2716073">
            <a:off x="207070" y="4107647"/>
            <a:ext cx="881792" cy="881848"/>
          </a:xfrm>
          <a:custGeom>
            <a:avLst/>
            <a:gdLst/>
            <a:ahLst/>
            <a:cxnLst/>
            <a:rect l="l" t="t" r="r" b="b"/>
            <a:pathLst>
              <a:path w="15865" h="15866" fill="none" extrusionOk="0">
                <a:moveTo>
                  <a:pt x="0" y="15865"/>
                </a:moveTo>
                <a:lnTo>
                  <a:pt x="15865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0365"/>
            <a:headEnd type="none" w="sm" len="sm"/>
            <a:tailEnd type="none" w="sm" len="sm"/>
          </a:ln>
          <a:effectLst>
            <a:outerShdw blurRad="128588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3"/>
          <p:cNvSpPr/>
          <p:nvPr/>
        </p:nvSpPr>
        <p:spPr>
          <a:xfrm rot="-8083939" flipH="1">
            <a:off x="12612" y="120992"/>
            <a:ext cx="1077180" cy="688261"/>
          </a:xfrm>
          <a:custGeom>
            <a:avLst/>
            <a:gdLst/>
            <a:ahLst/>
            <a:cxnLst/>
            <a:rect l="l" t="t" r="r" b="b"/>
            <a:pathLst>
              <a:path w="17149" h="10957" fill="none" extrusionOk="0">
                <a:moveTo>
                  <a:pt x="0" y="10957"/>
                </a:moveTo>
                <a:lnTo>
                  <a:pt x="10957" y="0"/>
                </a:lnTo>
                <a:lnTo>
                  <a:pt x="17148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0365"/>
            <a:headEnd type="none" w="sm" len="sm"/>
            <a:tailEnd type="none" w="sm" len="sm"/>
          </a:ln>
          <a:effectLst>
            <a:outerShdw blurRad="128588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662964" y="1069188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362076" y="-271875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592764" y="3831511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3"/>
          <p:cNvSpPr/>
          <p:nvPr/>
        </p:nvSpPr>
        <p:spPr>
          <a:xfrm rot="-5400000">
            <a:off x="1128212" y="3428989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3"/>
          <p:cNvSpPr/>
          <p:nvPr/>
        </p:nvSpPr>
        <p:spPr>
          <a:xfrm rot="-5400000">
            <a:off x="1128212" y="4031264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"/>
          <p:cNvSpPr/>
          <p:nvPr/>
        </p:nvSpPr>
        <p:spPr>
          <a:xfrm rot="-5400000">
            <a:off x="1128212" y="3830506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"/>
          <p:cNvSpPr/>
          <p:nvPr/>
        </p:nvSpPr>
        <p:spPr>
          <a:xfrm rot="-5400000">
            <a:off x="1128212" y="3629747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6" name="Google Shape;76;p3"/>
          <p:cNvGrpSpPr/>
          <p:nvPr/>
        </p:nvGrpSpPr>
        <p:grpSpPr>
          <a:xfrm>
            <a:off x="-1624871" y="-4592"/>
            <a:ext cx="5178842" cy="5178453"/>
            <a:chOff x="-1624871" y="-4592"/>
            <a:chExt cx="5178842" cy="5178453"/>
          </a:xfrm>
        </p:grpSpPr>
        <p:sp>
          <p:nvSpPr>
            <p:cNvPr id="77" name="Google Shape;77;p3"/>
            <p:cNvSpPr/>
            <p:nvPr/>
          </p:nvSpPr>
          <p:spPr>
            <a:xfrm rot="-2716073">
              <a:off x="-851697" y="738985"/>
              <a:ext cx="3632494" cy="3691299"/>
            </a:xfrm>
            <a:custGeom>
              <a:avLst/>
              <a:gdLst/>
              <a:ahLst/>
              <a:cxnLst/>
              <a:rect l="l" t="t" r="r" b="b"/>
              <a:pathLst>
                <a:path w="65355" h="66413" fill="none" extrusionOk="0">
                  <a:moveTo>
                    <a:pt x="1" y="66412"/>
                  </a:moveTo>
                  <a:lnTo>
                    <a:pt x="37290" y="29123"/>
                  </a:lnTo>
                  <a:lnTo>
                    <a:pt x="45844" y="29123"/>
                  </a:lnTo>
                  <a:lnTo>
                    <a:pt x="58939" y="16048"/>
                  </a:lnTo>
                  <a:lnTo>
                    <a:pt x="58939" y="6436"/>
                  </a:lnTo>
                  <a:lnTo>
                    <a:pt x="6535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 rot="-2716073">
              <a:off x="-851697" y="738985"/>
              <a:ext cx="3632494" cy="3691299"/>
            </a:xfrm>
            <a:custGeom>
              <a:avLst/>
              <a:gdLst/>
              <a:ahLst/>
              <a:cxnLst/>
              <a:rect l="l" t="t" r="r" b="b"/>
              <a:pathLst>
                <a:path w="65355" h="66413" fill="none" extrusionOk="0">
                  <a:moveTo>
                    <a:pt x="1" y="66412"/>
                  </a:moveTo>
                  <a:lnTo>
                    <a:pt x="37290" y="29123"/>
                  </a:lnTo>
                  <a:lnTo>
                    <a:pt x="45844" y="29123"/>
                  </a:lnTo>
                  <a:lnTo>
                    <a:pt x="58939" y="16048"/>
                  </a:lnTo>
                  <a:lnTo>
                    <a:pt x="58939" y="6436"/>
                  </a:lnTo>
                  <a:lnTo>
                    <a:pt x="6535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3"/>
          <p:cNvSpPr/>
          <p:nvPr/>
        </p:nvSpPr>
        <p:spPr>
          <a:xfrm rot="-2716073">
            <a:off x="207058" y="4107647"/>
            <a:ext cx="881792" cy="881848"/>
          </a:xfrm>
          <a:custGeom>
            <a:avLst/>
            <a:gdLst/>
            <a:ahLst/>
            <a:cxnLst/>
            <a:rect l="l" t="t" r="r" b="b"/>
            <a:pathLst>
              <a:path w="15865" h="15866" fill="none" extrusionOk="0">
                <a:moveTo>
                  <a:pt x="0" y="15865"/>
                </a:moveTo>
                <a:lnTo>
                  <a:pt x="15865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0365"/>
            <a:headEnd type="none" w="sm" len="sm"/>
            <a:tailEnd type="none" w="sm" len="sm"/>
          </a:ln>
          <a:effectLst>
            <a:outerShdw blurRad="128588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3"/>
          <p:cNvSpPr/>
          <p:nvPr/>
        </p:nvSpPr>
        <p:spPr>
          <a:xfrm rot="-8083939" flipH="1">
            <a:off x="12612" y="120992"/>
            <a:ext cx="1077180" cy="688261"/>
          </a:xfrm>
          <a:custGeom>
            <a:avLst/>
            <a:gdLst/>
            <a:ahLst/>
            <a:cxnLst/>
            <a:rect l="l" t="t" r="r" b="b"/>
            <a:pathLst>
              <a:path w="17149" h="10957" fill="none" extrusionOk="0">
                <a:moveTo>
                  <a:pt x="0" y="10957"/>
                </a:moveTo>
                <a:lnTo>
                  <a:pt x="10957" y="0"/>
                </a:lnTo>
                <a:lnTo>
                  <a:pt x="17148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0365"/>
            <a:headEnd type="none" w="sm" len="sm"/>
            <a:tailEnd type="none" w="sm" len="sm"/>
          </a:ln>
          <a:effectLst>
            <a:outerShdw blurRad="128588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" name="Google Shape;81;p3"/>
          <p:cNvGrpSpPr/>
          <p:nvPr/>
        </p:nvGrpSpPr>
        <p:grpSpPr>
          <a:xfrm>
            <a:off x="-1064015" y="2306598"/>
            <a:ext cx="3021722" cy="3146276"/>
            <a:chOff x="-1064015" y="2306598"/>
            <a:chExt cx="3021722" cy="3146276"/>
          </a:xfrm>
        </p:grpSpPr>
        <p:sp>
          <p:nvSpPr>
            <p:cNvPr id="82" name="Google Shape;82;p3"/>
            <p:cNvSpPr/>
            <p:nvPr/>
          </p:nvSpPr>
          <p:spPr>
            <a:xfrm rot="-2716073">
              <a:off x="-731526" y="2981210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518938" y="2306598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 rot="-2716073">
              <a:off x="-731526" y="2981210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518938" y="2306598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" name="Google Shape;86;p3"/>
          <p:cNvSpPr/>
          <p:nvPr/>
        </p:nvSpPr>
        <p:spPr>
          <a:xfrm>
            <a:off x="662964" y="1069188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362076" y="-271875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8" name="Google Shape;88;p3"/>
          <p:cNvGrpSpPr/>
          <p:nvPr/>
        </p:nvGrpSpPr>
        <p:grpSpPr>
          <a:xfrm>
            <a:off x="758062" y="2741287"/>
            <a:ext cx="1247068" cy="1340554"/>
            <a:chOff x="758062" y="2741287"/>
            <a:chExt cx="1247068" cy="1340554"/>
          </a:xfrm>
        </p:grpSpPr>
        <p:sp>
          <p:nvSpPr>
            <p:cNvPr id="89" name="Google Shape;89;p3"/>
            <p:cNvSpPr/>
            <p:nvPr/>
          </p:nvSpPr>
          <p:spPr>
            <a:xfrm rot="-2716073">
              <a:off x="940672" y="3017411"/>
              <a:ext cx="881848" cy="881792"/>
            </a:xfrm>
            <a:custGeom>
              <a:avLst/>
              <a:gdLst/>
              <a:ahLst/>
              <a:cxnLst/>
              <a:rect l="l" t="t" r="r" b="b"/>
              <a:pathLst>
                <a:path w="15866" h="15865" fill="none" extrusionOk="0">
                  <a:moveTo>
                    <a:pt x="0" y="15865"/>
                  </a:moveTo>
                  <a:lnTo>
                    <a:pt x="15865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1324501" y="2741287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 rot="-2716073">
              <a:off x="940672" y="3017411"/>
              <a:ext cx="881848" cy="881792"/>
            </a:xfrm>
            <a:custGeom>
              <a:avLst/>
              <a:gdLst/>
              <a:ahLst/>
              <a:cxnLst/>
              <a:rect l="l" t="t" r="r" b="b"/>
              <a:pathLst>
                <a:path w="15866" h="15865" fill="none" extrusionOk="0">
                  <a:moveTo>
                    <a:pt x="0" y="15865"/>
                  </a:moveTo>
                  <a:lnTo>
                    <a:pt x="15865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1324501" y="2741287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3"/>
          <p:cNvSpPr/>
          <p:nvPr/>
        </p:nvSpPr>
        <p:spPr>
          <a:xfrm>
            <a:off x="592751" y="3831511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"/>
          <p:cNvSpPr/>
          <p:nvPr/>
        </p:nvSpPr>
        <p:spPr>
          <a:xfrm rot="-5400000">
            <a:off x="1128212" y="3428989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"/>
          <p:cNvSpPr/>
          <p:nvPr/>
        </p:nvSpPr>
        <p:spPr>
          <a:xfrm rot="-5400000">
            <a:off x="1128212" y="4031264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"/>
          <p:cNvSpPr/>
          <p:nvPr/>
        </p:nvSpPr>
        <p:spPr>
          <a:xfrm rot="-5400000">
            <a:off x="1128212" y="3830506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"/>
          <p:cNvSpPr/>
          <p:nvPr/>
        </p:nvSpPr>
        <p:spPr>
          <a:xfrm rot="-5400000">
            <a:off x="1128212" y="3629747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"/>
          <p:cNvSpPr/>
          <p:nvPr/>
        </p:nvSpPr>
        <p:spPr>
          <a:xfrm rot="8083927">
            <a:off x="7321480" y="1263046"/>
            <a:ext cx="881848" cy="881792"/>
          </a:xfrm>
          <a:custGeom>
            <a:avLst/>
            <a:gdLst/>
            <a:ahLst/>
            <a:cxnLst/>
            <a:rect l="l" t="t" r="r" b="b"/>
            <a:pathLst>
              <a:path w="15866" h="15865" fill="none" extrusionOk="0">
                <a:moveTo>
                  <a:pt x="0" y="15865"/>
                </a:moveTo>
                <a:lnTo>
                  <a:pt x="15865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0365"/>
            <a:headEnd type="none" w="sm" len="sm"/>
            <a:tailEnd type="none" w="sm" len="sm"/>
          </a:ln>
          <a:effectLst>
            <a:outerShdw blurRad="128588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"/>
          <p:cNvSpPr/>
          <p:nvPr/>
        </p:nvSpPr>
        <p:spPr>
          <a:xfrm rot="8083927">
            <a:off x="8055138" y="172755"/>
            <a:ext cx="881792" cy="881848"/>
          </a:xfrm>
          <a:custGeom>
            <a:avLst/>
            <a:gdLst/>
            <a:ahLst/>
            <a:cxnLst/>
            <a:rect l="l" t="t" r="r" b="b"/>
            <a:pathLst>
              <a:path w="15865" h="15866" fill="none" extrusionOk="0">
                <a:moveTo>
                  <a:pt x="0" y="15865"/>
                </a:moveTo>
                <a:lnTo>
                  <a:pt x="15865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0365"/>
            <a:headEnd type="none" w="sm" len="sm"/>
            <a:tailEnd type="none" w="sm" len="sm"/>
          </a:ln>
          <a:effectLst>
            <a:outerShdw blurRad="128588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"/>
          <p:cNvSpPr/>
          <p:nvPr/>
        </p:nvSpPr>
        <p:spPr>
          <a:xfrm rot="2716061" flipH="1">
            <a:off x="8054209" y="4352995"/>
            <a:ext cx="1077180" cy="688261"/>
          </a:xfrm>
          <a:custGeom>
            <a:avLst/>
            <a:gdLst/>
            <a:ahLst/>
            <a:cxnLst/>
            <a:rect l="l" t="t" r="r" b="b"/>
            <a:pathLst>
              <a:path w="17149" h="10957" fill="none" extrusionOk="0">
                <a:moveTo>
                  <a:pt x="0" y="10957"/>
                </a:moveTo>
                <a:lnTo>
                  <a:pt x="10957" y="0"/>
                </a:lnTo>
                <a:lnTo>
                  <a:pt x="17148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0365"/>
            <a:headEnd type="none" w="sm" len="sm"/>
            <a:tailEnd type="none" w="sm" len="sm"/>
          </a:ln>
          <a:effectLst>
            <a:outerShdw blurRad="128588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"/>
          <p:cNvSpPr/>
          <p:nvPr/>
        </p:nvSpPr>
        <p:spPr>
          <a:xfrm rot="10800000">
            <a:off x="8370636" y="3982661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"/>
          <p:cNvSpPr/>
          <p:nvPr/>
        </p:nvSpPr>
        <p:spPr>
          <a:xfrm rot="10800000">
            <a:off x="8671524" y="5323724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"/>
          <p:cNvSpPr/>
          <p:nvPr/>
        </p:nvSpPr>
        <p:spPr>
          <a:xfrm rot="10800000">
            <a:off x="7709099" y="2310562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"/>
          <p:cNvSpPr/>
          <p:nvPr/>
        </p:nvSpPr>
        <p:spPr>
          <a:xfrm rot="10800000">
            <a:off x="8440836" y="1220338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"/>
          <p:cNvSpPr/>
          <p:nvPr/>
        </p:nvSpPr>
        <p:spPr>
          <a:xfrm rot="5400000">
            <a:off x="7898265" y="1615737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"/>
          <p:cNvSpPr/>
          <p:nvPr/>
        </p:nvSpPr>
        <p:spPr>
          <a:xfrm rot="5400000">
            <a:off x="7898265" y="1013462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"/>
          <p:cNvSpPr/>
          <p:nvPr/>
        </p:nvSpPr>
        <p:spPr>
          <a:xfrm rot="5400000">
            <a:off x="7898265" y="1214220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"/>
          <p:cNvSpPr/>
          <p:nvPr/>
        </p:nvSpPr>
        <p:spPr>
          <a:xfrm rot="5400000">
            <a:off x="7898265" y="1414979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9" name="Google Shape;109;p3"/>
          <p:cNvGrpSpPr/>
          <p:nvPr/>
        </p:nvGrpSpPr>
        <p:grpSpPr>
          <a:xfrm>
            <a:off x="5590029" y="-11612"/>
            <a:ext cx="5178842" cy="5178453"/>
            <a:chOff x="5590029" y="-11612"/>
            <a:chExt cx="5178842" cy="5178453"/>
          </a:xfrm>
        </p:grpSpPr>
        <p:sp>
          <p:nvSpPr>
            <p:cNvPr id="110" name="Google Shape;110;p3"/>
            <p:cNvSpPr/>
            <p:nvPr/>
          </p:nvSpPr>
          <p:spPr>
            <a:xfrm rot="8083927">
              <a:off x="6363203" y="731965"/>
              <a:ext cx="3632494" cy="3691299"/>
            </a:xfrm>
            <a:custGeom>
              <a:avLst/>
              <a:gdLst/>
              <a:ahLst/>
              <a:cxnLst/>
              <a:rect l="l" t="t" r="r" b="b"/>
              <a:pathLst>
                <a:path w="65355" h="66413" fill="none" extrusionOk="0">
                  <a:moveTo>
                    <a:pt x="1" y="66412"/>
                  </a:moveTo>
                  <a:lnTo>
                    <a:pt x="37290" y="29123"/>
                  </a:lnTo>
                  <a:lnTo>
                    <a:pt x="45844" y="29123"/>
                  </a:lnTo>
                  <a:lnTo>
                    <a:pt x="58939" y="16048"/>
                  </a:lnTo>
                  <a:lnTo>
                    <a:pt x="58939" y="6436"/>
                  </a:lnTo>
                  <a:lnTo>
                    <a:pt x="6535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 rot="8083927">
              <a:off x="6363203" y="731965"/>
              <a:ext cx="3632494" cy="3691299"/>
            </a:xfrm>
            <a:custGeom>
              <a:avLst/>
              <a:gdLst/>
              <a:ahLst/>
              <a:cxnLst/>
              <a:rect l="l" t="t" r="r" b="b"/>
              <a:pathLst>
                <a:path w="65355" h="66413" fill="none" extrusionOk="0">
                  <a:moveTo>
                    <a:pt x="1" y="66412"/>
                  </a:moveTo>
                  <a:lnTo>
                    <a:pt x="37290" y="29123"/>
                  </a:lnTo>
                  <a:lnTo>
                    <a:pt x="45844" y="29123"/>
                  </a:lnTo>
                  <a:lnTo>
                    <a:pt x="58939" y="16048"/>
                  </a:lnTo>
                  <a:lnTo>
                    <a:pt x="58939" y="6436"/>
                  </a:lnTo>
                  <a:lnTo>
                    <a:pt x="6535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" name="Google Shape;112;p3"/>
          <p:cNvSpPr/>
          <p:nvPr/>
        </p:nvSpPr>
        <p:spPr>
          <a:xfrm rot="8083927">
            <a:off x="7321480" y="1263046"/>
            <a:ext cx="881848" cy="881792"/>
          </a:xfrm>
          <a:custGeom>
            <a:avLst/>
            <a:gdLst/>
            <a:ahLst/>
            <a:cxnLst/>
            <a:rect l="l" t="t" r="r" b="b"/>
            <a:pathLst>
              <a:path w="15866" h="15865" fill="none" extrusionOk="0">
                <a:moveTo>
                  <a:pt x="0" y="15865"/>
                </a:moveTo>
                <a:lnTo>
                  <a:pt x="15865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0365"/>
            <a:headEnd type="none" w="sm" len="sm"/>
            <a:tailEnd type="none" w="sm" len="sm"/>
          </a:ln>
          <a:effectLst>
            <a:outerShdw blurRad="128588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"/>
          <p:cNvSpPr/>
          <p:nvPr/>
        </p:nvSpPr>
        <p:spPr>
          <a:xfrm rot="8083927">
            <a:off x="8055150" y="172755"/>
            <a:ext cx="881792" cy="881848"/>
          </a:xfrm>
          <a:custGeom>
            <a:avLst/>
            <a:gdLst/>
            <a:ahLst/>
            <a:cxnLst/>
            <a:rect l="l" t="t" r="r" b="b"/>
            <a:pathLst>
              <a:path w="15865" h="15866" fill="none" extrusionOk="0">
                <a:moveTo>
                  <a:pt x="0" y="15865"/>
                </a:moveTo>
                <a:lnTo>
                  <a:pt x="15865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0365"/>
            <a:headEnd type="none" w="sm" len="sm"/>
            <a:tailEnd type="none" w="sm" len="sm"/>
          </a:ln>
          <a:effectLst>
            <a:outerShdw blurRad="128588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"/>
          <p:cNvSpPr/>
          <p:nvPr/>
        </p:nvSpPr>
        <p:spPr>
          <a:xfrm rot="2716061" flipH="1">
            <a:off x="8054209" y="4352995"/>
            <a:ext cx="1077180" cy="688261"/>
          </a:xfrm>
          <a:custGeom>
            <a:avLst/>
            <a:gdLst/>
            <a:ahLst/>
            <a:cxnLst/>
            <a:rect l="l" t="t" r="r" b="b"/>
            <a:pathLst>
              <a:path w="17149" h="10957" fill="none" extrusionOk="0">
                <a:moveTo>
                  <a:pt x="0" y="10957"/>
                </a:moveTo>
                <a:lnTo>
                  <a:pt x="10957" y="0"/>
                </a:lnTo>
                <a:lnTo>
                  <a:pt x="17148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0365"/>
            <a:headEnd type="none" w="sm" len="sm"/>
            <a:tailEnd type="none" w="sm" len="sm"/>
          </a:ln>
          <a:effectLst>
            <a:outerShdw blurRad="128588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5" name="Google Shape;115;p3"/>
          <p:cNvGrpSpPr/>
          <p:nvPr/>
        </p:nvGrpSpPr>
        <p:grpSpPr>
          <a:xfrm>
            <a:off x="7186293" y="-290625"/>
            <a:ext cx="3021722" cy="3146276"/>
            <a:chOff x="7186293" y="-290625"/>
            <a:chExt cx="3021722" cy="3146276"/>
          </a:xfrm>
        </p:grpSpPr>
        <p:sp>
          <p:nvSpPr>
            <p:cNvPr id="116" name="Google Shape;116;p3"/>
            <p:cNvSpPr/>
            <p:nvPr/>
          </p:nvSpPr>
          <p:spPr>
            <a:xfrm rot="8083927">
              <a:off x="7518781" y="262329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 rot="10800000">
              <a:off x="8474463" y="2705051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 rot="8083927">
              <a:off x="7518781" y="262329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 rot="10800000">
              <a:off x="8474463" y="2705051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0" name="Google Shape;120;p3"/>
          <p:cNvSpPr/>
          <p:nvPr/>
        </p:nvSpPr>
        <p:spPr>
          <a:xfrm rot="10800000">
            <a:off x="8370636" y="3982661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"/>
          <p:cNvSpPr/>
          <p:nvPr/>
        </p:nvSpPr>
        <p:spPr>
          <a:xfrm rot="10800000">
            <a:off x="8671524" y="5323724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"/>
          <p:cNvSpPr/>
          <p:nvPr/>
        </p:nvSpPr>
        <p:spPr>
          <a:xfrm rot="10800000">
            <a:off x="7709099" y="2310562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"/>
          <p:cNvSpPr/>
          <p:nvPr/>
        </p:nvSpPr>
        <p:spPr>
          <a:xfrm rot="10800000">
            <a:off x="8440849" y="1220338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"/>
          <p:cNvSpPr/>
          <p:nvPr/>
        </p:nvSpPr>
        <p:spPr>
          <a:xfrm rot="5400000">
            <a:off x="7898265" y="1615737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3"/>
          <p:cNvSpPr/>
          <p:nvPr/>
        </p:nvSpPr>
        <p:spPr>
          <a:xfrm rot="5400000">
            <a:off x="7898265" y="1013462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3"/>
          <p:cNvSpPr/>
          <p:nvPr/>
        </p:nvSpPr>
        <p:spPr>
          <a:xfrm rot="5400000">
            <a:off x="7898265" y="1214220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"/>
          <p:cNvSpPr/>
          <p:nvPr/>
        </p:nvSpPr>
        <p:spPr>
          <a:xfrm rot="5400000">
            <a:off x="7898265" y="1414979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>
            <a:spLocks noGrp="1"/>
          </p:cNvSpPr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4"/>
          <p:cNvSpPr txBox="1">
            <a:spLocks noGrp="1"/>
          </p:cNvSpPr>
          <p:nvPr>
            <p:ph type="body" idx="1"/>
          </p:nvPr>
        </p:nvSpPr>
        <p:spPr>
          <a:xfrm>
            <a:off x="713225" y="1199000"/>
            <a:ext cx="7717500" cy="336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31" name="Google Shape;131;p4"/>
          <p:cNvGrpSpPr/>
          <p:nvPr/>
        </p:nvGrpSpPr>
        <p:grpSpPr>
          <a:xfrm>
            <a:off x="-3170262" y="3452177"/>
            <a:ext cx="3721951" cy="12135923"/>
            <a:chOff x="-3170262" y="3452177"/>
            <a:chExt cx="3721951" cy="12135923"/>
          </a:xfrm>
        </p:grpSpPr>
        <p:sp>
          <p:nvSpPr>
            <p:cNvPr id="132" name="Google Shape;132;p4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4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4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4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4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4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4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4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4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4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4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4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4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4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4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4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4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4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4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4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4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4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4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8" name="Google Shape;188;p4"/>
          <p:cNvGrpSpPr/>
          <p:nvPr/>
        </p:nvGrpSpPr>
        <p:grpSpPr>
          <a:xfrm>
            <a:off x="8681163" y="-2011948"/>
            <a:ext cx="3721951" cy="12135923"/>
            <a:chOff x="-3170262" y="3452177"/>
            <a:chExt cx="3721951" cy="12135923"/>
          </a:xfrm>
        </p:grpSpPr>
        <p:sp>
          <p:nvSpPr>
            <p:cNvPr id="189" name="Google Shape;189;p4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4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4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4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4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4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4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4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4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4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4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4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4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4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4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4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4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4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4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4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4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4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3" name="Google Shape;243;p4"/>
          <p:cNvGrpSpPr/>
          <p:nvPr/>
        </p:nvGrpSpPr>
        <p:grpSpPr>
          <a:xfrm>
            <a:off x="-1081045" y="-1072813"/>
            <a:ext cx="3021722" cy="3146276"/>
            <a:chOff x="-1081045" y="-1072813"/>
            <a:chExt cx="3021722" cy="3146276"/>
          </a:xfrm>
        </p:grpSpPr>
        <p:sp>
          <p:nvSpPr>
            <p:cNvPr id="244" name="Google Shape;244;p4"/>
            <p:cNvSpPr/>
            <p:nvPr/>
          </p:nvSpPr>
          <p:spPr>
            <a:xfrm rot="8083927">
              <a:off x="-160775" y="-609433"/>
              <a:ext cx="881792" cy="881848"/>
            </a:xfrm>
            <a:custGeom>
              <a:avLst/>
              <a:gdLst/>
              <a:ahLst/>
              <a:cxnLst/>
              <a:rect l="l" t="t" r="r" b="b"/>
              <a:pathLst>
                <a:path w="15865" h="15866" fill="none" extrusionOk="0">
                  <a:moveTo>
                    <a:pt x="0" y="15865"/>
                  </a:moveTo>
                  <a:lnTo>
                    <a:pt x="15865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4"/>
            <p:cNvSpPr/>
            <p:nvPr/>
          </p:nvSpPr>
          <p:spPr>
            <a:xfrm rot="8083927">
              <a:off x="-748556" y="-519859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4"/>
            <p:cNvSpPr/>
            <p:nvPr/>
          </p:nvSpPr>
          <p:spPr>
            <a:xfrm>
              <a:off x="204813" y="1922863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4"/>
            <p:cNvSpPr/>
            <p:nvPr/>
          </p:nvSpPr>
          <p:spPr>
            <a:xfrm>
              <a:off x="227276" y="438150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4"/>
            <p:cNvSpPr/>
            <p:nvPr/>
          </p:nvSpPr>
          <p:spPr>
            <a:xfrm rot="8083927">
              <a:off x="-160775" y="-609433"/>
              <a:ext cx="881792" cy="881848"/>
            </a:xfrm>
            <a:custGeom>
              <a:avLst/>
              <a:gdLst/>
              <a:ahLst/>
              <a:cxnLst/>
              <a:rect l="l" t="t" r="r" b="b"/>
              <a:pathLst>
                <a:path w="15865" h="15866" fill="none" extrusionOk="0">
                  <a:moveTo>
                    <a:pt x="0" y="15865"/>
                  </a:moveTo>
                  <a:lnTo>
                    <a:pt x="15865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4"/>
            <p:cNvSpPr/>
            <p:nvPr/>
          </p:nvSpPr>
          <p:spPr>
            <a:xfrm>
              <a:off x="227276" y="438150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4"/>
            <p:cNvSpPr/>
            <p:nvPr/>
          </p:nvSpPr>
          <p:spPr>
            <a:xfrm rot="8083927">
              <a:off x="-748556" y="-519859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4"/>
            <p:cNvSpPr/>
            <p:nvPr/>
          </p:nvSpPr>
          <p:spPr>
            <a:xfrm>
              <a:off x="204813" y="1922863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8"/>
          <p:cNvSpPr txBox="1">
            <a:spLocks noGrp="1"/>
          </p:cNvSpPr>
          <p:nvPr>
            <p:ph type="title"/>
          </p:nvPr>
        </p:nvSpPr>
        <p:spPr>
          <a:xfrm>
            <a:off x="1251900" y="1284675"/>
            <a:ext cx="66402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grpSp>
        <p:nvGrpSpPr>
          <p:cNvPr id="486" name="Google Shape;486;p8"/>
          <p:cNvGrpSpPr/>
          <p:nvPr/>
        </p:nvGrpSpPr>
        <p:grpSpPr>
          <a:xfrm rot="-5400000" flipH="1">
            <a:off x="5484825" y="4506281"/>
            <a:ext cx="4222888" cy="4088811"/>
            <a:chOff x="8129425" y="2555026"/>
            <a:chExt cx="4222888" cy="4088811"/>
          </a:xfrm>
        </p:grpSpPr>
        <p:sp>
          <p:nvSpPr>
            <p:cNvPr id="487" name="Google Shape;487;p8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8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8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8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8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8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8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8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5" name="Google Shape;495;p8"/>
          <p:cNvGrpSpPr/>
          <p:nvPr/>
        </p:nvGrpSpPr>
        <p:grpSpPr>
          <a:xfrm rot="10800000" flipH="1">
            <a:off x="8272302" y="-5544304"/>
            <a:ext cx="3769563" cy="11358057"/>
            <a:chOff x="-2722250" y="-1079764"/>
            <a:chExt cx="3769563" cy="11358057"/>
          </a:xfrm>
        </p:grpSpPr>
        <p:sp>
          <p:nvSpPr>
            <p:cNvPr id="496" name="Google Shape;496;p8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8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8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8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8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8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8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8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8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8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8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8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8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8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0" name="Google Shape;510;p8"/>
          <p:cNvGrpSpPr/>
          <p:nvPr/>
        </p:nvGrpSpPr>
        <p:grpSpPr>
          <a:xfrm rot="5400000" flipH="1">
            <a:off x="-557306" y="-3451592"/>
            <a:ext cx="4222888" cy="4088811"/>
            <a:chOff x="8129425" y="2555026"/>
            <a:chExt cx="4222888" cy="4088811"/>
          </a:xfrm>
        </p:grpSpPr>
        <p:sp>
          <p:nvSpPr>
            <p:cNvPr id="511" name="Google Shape;511;p8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8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8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8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8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8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8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8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9" name="Google Shape;519;p8"/>
          <p:cNvGrpSpPr/>
          <p:nvPr/>
        </p:nvGrpSpPr>
        <p:grpSpPr>
          <a:xfrm rot="5400000" flipH="1">
            <a:off x="-6692119" y="-1358592"/>
            <a:ext cx="3769563" cy="11358057"/>
            <a:chOff x="-2722250" y="-1079764"/>
            <a:chExt cx="3769563" cy="11358057"/>
          </a:xfrm>
        </p:grpSpPr>
        <p:sp>
          <p:nvSpPr>
            <p:cNvPr id="520" name="Google Shape;520;p8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8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8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8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8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8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8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8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8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8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8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8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8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8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9"/>
          <p:cNvSpPr txBox="1">
            <a:spLocks noGrp="1"/>
          </p:cNvSpPr>
          <p:nvPr>
            <p:ph type="title"/>
          </p:nvPr>
        </p:nvSpPr>
        <p:spPr>
          <a:xfrm>
            <a:off x="2344500" y="1378869"/>
            <a:ext cx="4455000" cy="62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536" name="Google Shape;536;p9"/>
          <p:cNvSpPr txBox="1">
            <a:spLocks noGrp="1"/>
          </p:cNvSpPr>
          <p:nvPr>
            <p:ph type="subTitle" idx="1"/>
          </p:nvPr>
        </p:nvSpPr>
        <p:spPr>
          <a:xfrm>
            <a:off x="2549400" y="2544981"/>
            <a:ext cx="4045200" cy="120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537" name="Google Shape;537;p9"/>
          <p:cNvSpPr/>
          <p:nvPr/>
        </p:nvSpPr>
        <p:spPr>
          <a:xfrm>
            <a:off x="577225" y="-591925"/>
            <a:ext cx="676500" cy="3240600"/>
          </a:xfrm>
          <a:custGeom>
            <a:avLst/>
            <a:gdLst/>
            <a:ahLst/>
            <a:cxnLst/>
            <a:rect l="l" t="t" r="r" b="b"/>
            <a:pathLst>
              <a:path w="27060" h="129624" extrusionOk="0">
                <a:moveTo>
                  <a:pt x="0" y="0"/>
                </a:moveTo>
                <a:lnTo>
                  <a:pt x="0" y="101874"/>
                </a:lnTo>
                <a:lnTo>
                  <a:pt x="27060" y="129624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sp>
      <p:cxnSp>
        <p:nvCxnSpPr>
          <p:cNvPr id="538" name="Google Shape;538;p9"/>
          <p:cNvCxnSpPr/>
          <p:nvPr/>
        </p:nvCxnSpPr>
        <p:spPr>
          <a:xfrm rot="10800000">
            <a:off x="8860050" y="3165000"/>
            <a:ext cx="0" cy="23004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539" name="Google Shape;539;p9"/>
          <p:cNvGrpSpPr/>
          <p:nvPr/>
        </p:nvGrpSpPr>
        <p:grpSpPr>
          <a:xfrm flipH="1">
            <a:off x="-2783025" y="2555026"/>
            <a:ext cx="4222888" cy="4088811"/>
            <a:chOff x="8129425" y="2555026"/>
            <a:chExt cx="4222888" cy="4088811"/>
          </a:xfrm>
        </p:grpSpPr>
        <p:sp>
          <p:nvSpPr>
            <p:cNvPr id="540" name="Google Shape;540;p9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9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9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9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9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9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9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9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8" name="Google Shape;548;p9"/>
          <p:cNvGrpSpPr/>
          <p:nvPr/>
        </p:nvGrpSpPr>
        <p:grpSpPr>
          <a:xfrm flipH="1">
            <a:off x="-2986745" y="907371"/>
            <a:ext cx="3769563" cy="11358057"/>
            <a:chOff x="-2722250" y="-1079764"/>
            <a:chExt cx="3769563" cy="11358057"/>
          </a:xfrm>
        </p:grpSpPr>
        <p:sp>
          <p:nvSpPr>
            <p:cNvPr id="549" name="Google Shape;549;p9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9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9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9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9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9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9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9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9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9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9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9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9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9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3" name="Google Shape;563;p9"/>
          <p:cNvGrpSpPr/>
          <p:nvPr/>
        </p:nvGrpSpPr>
        <p:grpSpPr>
          <a:xfrm rot="10800000" flipH="1">
            <a:off x="8591775" y="-1202836"/>
            <a:ext cx="4222888" cy="4088811"/>
            <a:chOff x="8129425" y="2555026"/>
            <a:chExt cx="4222888" cy="4088811"/>
          </a:xfrm>
        </p:grpSpPr>
        <p:sp>
          <p:nvSpPr>
            <p:cNvPr id="564" name="Google Shape;564;p9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9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9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9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9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9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9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9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2" name="Google Shape;572;p9"/>
          <p:cNvSpPr/>
          <p:nvPr/>
        </p:nvSpPr>
        <p:spPr>
          <a:xfrm>
            <a:off x="1238289" y="2620086"/>
            <a:ext cx="150600" cy="150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3" name="Google Shape;573;p9"/>
          <p:cNvGrpSpPr/>
          <p:nvPr/>
        </p:nvGrpSpPr>
        <p:grpSpPr>
          <a:xfrm>
            <a:off x="824987" y="359239"/>
            <a:ext cx="117523" cy="719798"/>
            <a:chOff x="824987" y="359239"/>
            <a:chExt cx="117523" cy="719798"/>
          </a:xfrm>
        </p:grpSpPr>
        <p:sp>
          <p:nvSpPr>
            <p:cNvPr id="574" name="Google Shape;574;p9"/>
            <p:cNvSpPr/>
            <p:nvPr/>
          </p:nvSpPr>
          <p:spPr>
            <a:xfrm rot="-5400000">
              <a:off x="824987" y="35923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9"/>
            <p:cNvSpPr/>
            <p:nvPr/>
          </p:nvSpPr>
          <p:spPr>
            <a:xfrm rot="-5400000">
              <a:off x="824987" y="96151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9"/>
            <p:cNvSpPr/>
            <p:nvPr/>
          </p:nvSpPr>
          <p:spPr>
            <a:xfrm rot="-5400000">
              <a:off x="824987" y="76075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9"/>
            <p:cNvSpPr/>
            <p:nvPr/>
          </p:nvSpPr>
          <p:spPr>
            <a:xfrm rot="-5400000">
              <a:off x="824987" y="55999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9"/>
            <p:cNvSpPr/>
            <p:nvPr/>
          </p:nvSpPr>
          <p:spPr>
            <a:xfrm rot="-5400000">
              <a:off x="824987" y="35923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9"/>
            <p:cNvSpPr/>
            <p:nvPr/>
          </p:nvSpPr>
          <p:spPr>
            <a:xfrm rot="-5400000">
              <a:off x="824987" y="96151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9"/>
            <p:cNvSpPr/>
            <p:nvPr/>
          </p:nvSpPr>
          <p:spPr>
            <a:xfrm rot="-5400000">
              <a:off x="824987" y="76075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9"/>
            <p:cNvSpPr/>
            <p:nvPr/>
          </p:nvSpPr>
          <p:spPr>
            <a:xfrm rot="-5400000">
              <a:off x="824987" y="55999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2" name="Google Shape;582;p9"/>
          <p:cNvSpPr/>
          <p:nvPr/>
        </p:nvSpPr>
        <p:spPr>
          <a:xfrm>
            <a:off x="577225" y="-591925"/>
            <a:ext cx="676500" cy="3240600"/>
          </a:xfrm>
          <a:custGeom>
            <a:avLst/>
            <a:gdLst/>
            <a:ahLst/>
            <a:cxnLst/>
            <a:rect l="l" t="t" r="r" b="b"/>
            <a:pathLst>
              <a:path w="27060" h="129624" extrusionOk="0">
                <a:moveTo>
                  <a:pt x="0" y="0"/>
                </a:moveTo>
                <a:lnTo>
                  <a:pt x="0" y="101874"/>
                </a:lnTo>
                <a:lnTo>
                  <a:pt x="27060" y="129624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sp>
      <p:sp>
        <p:nvSpPr>
          <p:cNvPr id="583" name="Google Shape;583;p9"/>
          <p:cNvSpPr/>
          <p:nvPr/>
        </p:nvSpPr>
        <p:spPr>
          <a:xfrm>
            <a:off x="1238289" y="2620086"/>
            <a:ext cx="150600" cy="150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84" name="Google Shape;584;p9"/>
          <p:cNvCxnSpPr/>
          <p:nvPr/>
        </p:nvCxnSpPr>
        <p:spPr>
          <a:xfrm rot="10800000">
            <a:off x="8860050" y="3165000"/>
            <a:ext cx="0" cy="23004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585" name="Google Shape;585;p9"/>
          <p:cNvGrpSpPr/>
          <p:nvPr/>
        </p:nvGrpSpPr>
        <p:grpSpPr>
          <a:xfrm>
            <a:off x="8202950" y="1983213"/>
            <a:ext cx="237939" cy="3223487"/>
            <a:chOff x="8202950" y="1983213"/>
            <a:chExt cx="237939" cy="3223487"/>
          </a:xfrm>
        </p:grpSpPr>
        <p:sp>
          <p:nvSpPr>
            <p:cNvPr id="586" name="Google Shape;586;p9"/>
            <p:cNvSpPr/>
            <p:nvPr/>
          </p:nvSpPr>
          <p:spPr>
            <a:xfrm>
              <a:off x="8202950" y="2093625"/>
              <a:ext cx="182750" cy="3113075"/>
            </a:xfrm>
            <a:custGeom>
              <a:avLst/>
              <a:gdLst/>
              <a:ahLst/>
              <a:cxnLst/>
              <a:rect l="l" t="t" r="r" b="b"/>
              <a:pathLst>
                <a:path w="7310" h="124523" extrusionOk="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587" name="Google Shape;587;p9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9"/>
            <p:cNvSpPr/>
            <p:nvPr/>
          </p:nvSpPr>
          <p:spPr>
            <a:xfrm>
              <a:off x="8202950" y="2093625"/>
              <a:ext cx="182750" cy="3113075"/>
            </a:xfrm>
            <a:custGeom>
              <a:avLst/>
              <a:gdLst/>
              <a:ahLst/>
              <a:cxnLst/>
              <a:rect l="l" t="t" r="r" b="b"/>
              <a:pathLst>
                <a:path w="7310" h="124523" extrusionOk="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589" name="Google Shape;589;p9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0" name="Google Shape;590;p9"/>
          <p:cNvGrpSpPr/>
          <p:nvPr/>
        </p:nvGrpSpPr>
        <p:grpSpPr>
          <a:xfrm>
            <a:off x="7704114" y="-97112"/>
            <a:ext cx="261061" cy="3913266"/>
            <a:chOff x="7704114" y="-97112"/>
            <a:chExt cx="261061" cy="3913266"/>
          </a:xfrm>
        </p:grpSpPr>
        <p:sp>
          <p:nvSpPr>
            <p:cNvPr id="591" name="Google Shape;591;p9"/>
            <p:cNvSpPr/>
            <p:nvPr/>
          </p:nvSpPr>
          <p:spPr>
            <a:xfrm>
              <a:off x="7779425" y="-97112"/>
              <a:ext cx="185750" cy="3804950"/>
            </a:xfrm>
            <a:custGeom>
              <a:avLst/>
              <a:gdLst/>
              <a:ahLst/>
              <a:cxnLst/>
              <a:rect l="l" t="t" r="r" b="b"/>
              <a:pathLst>
                <a:path w="7430" h="152198" extrusionOk="0">
                  <a:moveTo>
                    <a:pt x="7366" y="0"/>
                  </a:moveTo>
                  <a:lnTo>
                    <a:pt x="7430" y="96755"/>
                  </a:lnTo>
                  <a:lnTo>
                    <a:pt x="0" y="107019"/>
                  </a:lnTo>
                  <a:lnTo>
                    <a:pt x="8" y="152198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592" name="Google Shape;592;p9"/>
            <p:cNvSpPr/>
            <p:nvPr/>
          </p:nvSpPr>
          <p:spPr>
            <a:xfrm>
              <a:off x="7704114" y="3665554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9"/>
            <p:cNvSpPr/>
            <p:nvPr/>
          </p:nvSpPr>
          <p:spPr>
            <a:xfrm>
              <a:off x="7779425" y="-97112"/>
              <a:ext cx="185750" cy="3804950"/>
            </a:xfrm>
            <a:custGeom>
              <a:avLst/>
              <a:gdLst/>
              <a:ahLst/>
              <a:cxnLst/>
              <a:rect l="l" t="t" r="r" b="b"/>
              <a:pathLst>
                <a:path w="7430" h="152198" extrusionOk="0">
                  <a:moveTo>
                    <a:pt x="7366" y="0"/>
                  </a:moveTo>
                  <a:lnTo>
                    <a:pt x="7430" y="96755"/>
                  </a:lnTo>
                  <a:lnTo>
                    <a:pt x="0" y="107019"/>
                  </a:lnTo>
                  <a:lnTo>
                    <a:pt x="8" y="152198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594" name="Google Shape;594;p9"/>
            <p:cNvSpPr/>
            <p:nvPr/>
          </p:nvSpPr>
          <p:spPr>
            <a:xfrm>
              <a:off x="7704114" y="3665554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3"/>
          <p:cNvSpPr txBox="1">
            <a:spLocks noGrp="1"/>
          </p:cNvSpPr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705" name="Google Shape;705;p13"/>
          <p:cNvSpPr txBox="1">
            <a:spLocks noGrp="1"/>
          </p:cNvSpPr>
          <p:nvPr>
            <p:ph type="subTitle" idx="1"/>
          </p:nvPr>
        </p:nvSpPr>
        <p:spPr>
          <a:xfrm>
            <a:off x="1975600" y="3423975"/>
            <a:ext cx="2409600" cy="467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6" name="Google Shape;706;p13"/>
          <p:cNvSpPr txBox="1">
            <a:spLocks noGrp="1"/>
          </p:cNvSpPr>
          <p:nvPr>
            <p:ph type="subTitle" idx="2"/>
          </p:nvPr>
        </p:nvSpPr>
        <p:spPr>
          <a:xfrm>
            <a:off x="1975600" y="3063178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707" name="Google Shape;707;p13"/>
          <p:cNvSpPr txBox="1">
            <a:spLocks noGrp="1"/>
          </p:cNvSpPr>
          <p:nvPr>
            <p:ph type="title" idx="3" hasCustomPrompt="1"/>
          </p:nvPr>
        </p:nvSpPr>
        <p:spPr>
          <a:xfrm>
            <a:off x="1049261" y="3192050"/>
            <a:ext cx="8040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708" name="Google Shape;708;p13"/>
          <p:cNvSpPr txBox="1">
            <a:spLocks noGrp="1"/>
          </p:cNvSpPr>
          <p:nvPr>
            <p:ph type="title" idx="4" hasCustomPrompt="1"/>
          </p:nvPr>
        </p:nvSpPr>
        <p:spPr>
          <a:xfrm>
            <a:off x="4904736" y="3192050"/>
            <a:ext cx="8040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709" name="Google Shape;709;p13"/>
          <p:cNvSpPr txBox="1">
            <a:spLocks noGrp="1"/>
          </p:cNvSpPr>
          <p:nvPr>
            <p:ph type="title" idx="5" hasCustomPrompt="1"/>
          </p:nvPr>
        </p:nvSpPr>
        <p:spPr>
          <a:xfrm>
            <a:off x="1049261" y="1861738"/>
            <a:ext cx="8040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710" name="Google Shape;710;p13"/>
          <p:cNvSpPr txBox="1">
            <a:spLocks noGrp="1"/>
          </p:cNvSpPr>
          <p:nvPr>
            <p:ph type="title" idx="6" hasCustomPrompt="1"/>
          </p:nvPr>
        </p:nvSpPr>
        <p:spPr>
          <a:xfrm>
            <a:off x="4904736" y="1861738"/>
            <a:ext cx="8040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711" name="Google Shape;711;p13"/>
          <p:cNvSpPr txBox="1">
            <a:spLocks noGrp="1"/>
          </p:cNvSpPr>
          <p:nvPr>
            <p:ph type="subTitle" idx="7"/>
          </p:nvPr>
        </p:nvSpPr>
        <p:spPr>
          <a:xfrm>
            <a:off x="1975600" y="2093675"/>
            <a:ext cx="2409600" cy="467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2" name="Google Shape;712;p13"/>
          <p:cNvSpPr txBox="1">
            <a:spLocks noGrp="1"/>
          </p:cNvSpPr>
          <p:nvPr>
            <p:ph type="subTitle" idx="8"/>
          </p:nvPr>
        </p:nvSpPr>
        <p:spPr>
          <a:xfrm>
            <a:off x="1975600" y="1732878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713" name="Google Shape;713;p13"/>
          <p:cNvSpPr txBox="1">
            <a:spLocks noGrp="1"/>
          </p:cNvSpPr>
          <p:nvPr>
            <p:ph type="subTitle" idx="9"/>
          </p:nvPr>
        </p:nvSpPr>
        <p:spPr>
          <a:xfrm>
            <a:off x="5831075" y="3423975"/>
            <a:ext cx="2409600" cy="467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4" name="Google Shape;714;p13"/>
          <p:cNvSpPr txBox="1">
            <a:spLocks noGrp="1"/>
          </p:cNvSpPr>
          <p:nvPr>
            <p:ph type="subTitle" idx="13"/>
          </p:nvPr>
        </p:nvSpPr>
        <p:spPr>
          <a:xfrm>
            <a:off x="5831075" y="3063178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715" name="Google Shape;715;p13"/>
          <p:cNvSpPr txBox="1">
            <a:spLocks noGrp="1"/>
          </p:cNvSpPr>
          <p:nvPr>
            <p:ph type="subTitle" idx="14"/>
          </p:nvPr>
        </p:nvSpPr>
        <p:spPr>
          <a:xfrm>
            <a:off x="5831075" y="2093675"/>
            <a:ext cx="2409600" cy="467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6" name="Google Shape;716;p13"/>
          <p:cNvSpPr txBox="1">
            <a:spLocks noGrp="1"/>
          </p:cNvSpPr>
          <p:nvPr>
            <p:ph type="subTitle" idx="15"/>
          </p:nvPr>
        </p:nvSpPr>
        <p:spPr>
          <a:xfrm>
            <a:off x="5831075" y="1732878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grpSp>
        <p:nvGrpSpPr>
          <p:cNvPr id="717" name="Google Shape;717;p13"/>
          <p:cNvGrpSpPr/>
          <p:nvPr/>
        </p:nvGrpSpPr>
        <p:grpSpPr>
          <a:xfrm>
            <a:off x="-3130987" y="-4899154"/>
            <a:ext cx="3721951" cy="12135923"/>
            <a:chOff x="-3170262" y="3452177"/>
            <a:chExt cx="3721951" cy="12135923"/>
          </a:xfrm>
        </p:grpSpPr>
        <p:sp>
          <p:nvSpPr>
            <p:cNvPr id="718" name="Google Shape;718;p13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3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3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3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3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3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3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3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3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3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3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3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3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3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3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3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3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3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3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3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3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3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3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3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3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3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3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3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3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3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3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3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3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13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3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3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13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13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13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3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13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13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13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13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13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13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3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3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13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13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3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3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3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3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3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3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4" name="Google Shape;774;p13"/>
          <p:cNvGrpSpPr/>
          <p:nvPr/>
        </p:nvGrpSpPr>
        <p:grpSpPr>
          <a:xfrm flipH="1">
            <a:off x="6309193" y="4399246"/>
            <a:ext cx="3769563" cy="11358057"/>
            <a:chOff x="-2722250" y="-1079764"/>
            <a:chExt cx="3769563" cy="11358057"/>
          </a:xfrm>
        </p:grpSpPr>
        <p:sp>
          <p:nvSpPr>
            <p:cNvPr id="775" name="Google Shape;775;p13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3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3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3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3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3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3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3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3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3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3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3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3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3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9" name="Google Shape;789;p13"/>
          <p:cNvGrpSpPr/>
          <p:nvPr/>
        </p:nvGrpSpPr>
        <p:grpSpPr>
          <a:xfrm>
            <a:off x="8626375" y="-2137135"/>
            <a:ext cx="618526" cy="5831511"/>
            <a:chOff x="8626375" y="-2137135"/>
            <a:chExt cx="618526" cy="5831511"/>
          </a:xfrm>
        </p:grpSpPr>
        <p:sp>
          <p:nvSpPr>
            <p:cNvPr id="790" name="Google Shape;790;p13"/>
            <p:cNvSpPr/>
            <p:nvPr/>
          </p:nvSpPr>
          <p:spPr>
            <a:xfrm rot="10800000" flipH="1">
              <a:off x="8754318" y="-2137135"/>
              <a:ext cx="490583" cy="5831511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3"/>
            <p:cNvSpPr/>
            <p:nvPr/>
          </p:nvSpPr>
          <p:spPr>
            <a:xfrm rot="-5400000">
              <a:off x="8403006" y="1365179"/>
              <a:ext cx="714890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3"/>
            <p:cNvSpPr/>
            <p:nvPr/>
          </p:nvSpPr>
          <p:spPr>
            <a:xfrm rot="10800000" flipH="1">
              <a:off x="8754318" y="-2137135"/>
              <a:ext cx="490583" cy="5831511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3"/>
            <p:cNvSpPr/>
            <p:nvPr/>
          </p:nvSpPr>
          <p:spPr>
            <a:xfrm rot="-5400000">
              <a:off x="8403006" y="1365179"/>
              <a:ext cx="714890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4" name="Google Shape;794;p13"/>
          <p:cNvGrpSpPr/>
          <p:nvPr/>
        </p:nvGrpSpPr>
        <p:grpSpPr>
          <a:xfrm>
            <a:off x="851178" y="3217515"/>
            <a:ext cx="3146276" cy="3021722"/>
            <a:chOff x="851178" y="3217515"/>
            <a:chExt cx="3146276" cy="3021722"/>
          </a:xfrm>
        </p:grpSpPr>
        <p:sp>
          <p:nvSpPr>
            <p:cNvPr id="795" name="Google Shape;795;p13"/>
            <p:cNvSpPr/>
            <p:nvPr/>
          </p:nvSpPr>
          <p:spPr>
            <a:xfrm rot="-8116073">
              <a:off x="1306773" y="3769020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3"/>
            <p:cNvSpPr/>
            <p:nvPr/>
          </p:nvSpPr>
          <p:spPr>
            <a:xfrm rot="5400000">
              <a:off x="851178" y="4503372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3"/>
            <p:cNvSpPr/>
            <p:nvPr/>
          </p:nvSpPr>
          <p:spPr>
            <a:xfrm rot="-8116073">
              <a:off x="1306773" y="3769020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3"/>
            <p:cNvSpPr/>
            <p:nvPr/>
          </p:nvSpPr>
          <p:spPr>
            <a:xfrm rot="5400000">
              <a:off x="851178" y="4503372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2_1_1_1">
    <p:spTree>
      <p:nvGrpSpPr>
        <p:cNvPr id="1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19"/>
          <p:cNvSpPr txBox="1">
            <a:spLocks noGrp="1"/>
          </p:cNvSpPr>
          <p:nvPr>
            <p:ph type="title"/>
          </p:nvPr>
        </p:nvSpPr>
        <p:spPr>
          <a:xfrm>
            <a:off x="4201387" y="1214700"/>
            <a:ext cx="4222200" cy="9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/>
          </a:p>
        </p:txBody>
      </p:sp>
      <p:sp>
        <p:nvSpPr>
          <p:cNvPr id="1227" name="Google Shape;1227;p19"/>
          <p:cNvSpPr txBox="1">
            <a:spLocks noGrp="1"/>
          </p:cNvSpPr>
          <p:nvPr>
            <p:ph type="subTitle" idx="1"/>
          </p:nvPr>
        </p:nvSpPr>
        <p:spPr>
          <a:xfrm>
            <a:off x="4201387" y="2840075"/>
            <a:ext cx="4222200" cy="1040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grpSp>
        <p:nvGrpSpPr>
          <p:cNvPr id="1228" name="Google Shape;1228;p19"/>
          <p:cNvGrpSpPr/>
          <p:nvPr/>
        </p:nvGrpSpPr>
        <p:grpSpPr>
          <a:xfrm rot="5400000" flipH="1">
            <a:off x="-675675" y="-1922624"/>
            <a:ext cx="4222888" cy="4088811"/>
            <a:chOff x="8129425" y="2555026"/>
            <a:chExt cx="4222888" cy="4088811"/>
          </a:xfrm>
        </p:grpSpPr>
        <p:sp>
          <p:nvSpPr>
            <p:cNvPr id="1229" name="Google Shape;1229;p19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19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19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19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19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19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19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19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7" name="Google Shape;1237;p19"/>
          <p:cNvGrpSpPr/>
          <p:nvPr/>
        </p:nvGrpSpPr>
        <p:grpSpPr>
          <a:xfrm>
            <a:off x="-219775" y="3849186"/>
            <a:ext cx="3769563" cy="11358057"/>
            <a:chOff x="-2722250" y="-1079764"/>
            <a:chExt cx="3769563" cy="11358057"/>
          </a:xfrm>
        </p:grpSpPr>
        <p:sp>
          <p:nvSpPr>
            <p:cNvPr id="1238" name="Google Shape;1238;p19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19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19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19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19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19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19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19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19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19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19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19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19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19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2" name="Google Shape;1252;p19"/>
          <p:cNvGrpSpPr/>
          <p:nvPr/>
        </p:nvGrpSpPr>
        <p:grpSpPr>
          <a:xfrm rot="10800000">
            <a:off x="-1565550" y="2976149"/>
            <a:ext cx="2504551" cy="4575301"/>
            <a:chOff x="8430775" y="-2181926"/>
            <a:chExt cx="2504551" cy="4575301"/>
          </a:xfrm>
        </p:grpSpPr>
        <p:sp>
          <p:nvSpPr>
            <p:cNvPr id="1253" name="Google Shape;1253;p19"/>
            <p:cNvSpPr/>
            <p:nvPr/>
          </p:nvSpPr>
          <p:spPr>
            <a:xfrm rot="10800000">
              <a:off x="8538272" y="-2181926"/>
              <a:ext cx="2397054" cy="4463204"/>
            </a:xfrm>
            <a:custGeom>
              <a:avLst/>
              <a:gdLst/>
              <a:ahLst/>
              <a:cxnLst/>
              <a:rect l="l" t="t" r="r" b="b"/>
              <a:pathLst>
                <a:path w="37473" h="69773" fill="none" extrusionOk="0">
                  <a:moveTo>
                    <a:pt x="0" y="69773"/>
                  </a:moveTo>
                  <a:lnTo>
                    <a:pt x="30223" y="39550"/>
                  </a:lnTo>
                  <a:lnTo>
                    <a:pt x="30223" y="7230"/>
                  </a:lnTo>
                  <a:lnTo>
                    <a:pt x="37473" y="1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19"/>
            <p:cNvSpPr/>
            <p:nvPr/>
          </p:nvSpPr>
          <p:spPr>
            <a:xfrm>
              <a:off x="8430775" y="2242775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19"/>
            <p:cNvSpPr/>
            <p:nvPr/>
          </p:nvSpPr>
          <p:spPr>
            <a:xfrm rot="10800000">
              <a:off x="8538272" y="-2181926"/>
              <a:ext cx="2397054" cy="4463204"/>
            </a:xfrm>
            <a:custGeom>
              <a:avLst/>
              <a:gdLst/>
              <a:ahLst/>
              <a:cxnLst/>
              <a:rect l="l" t="t" r="r" b="b"/>
              <a:pathLst>
                <a:path w="37473" h="69773" fill="none" extrusionOk="0">
                  <a:moveTo>
                    <a:pt x="0" y="69773"/>
                  </a:moveTo>
                  <a:lnTo>
                    <a:pt x="30223" y="39550"/>
                  </a:lnTo>
                  <a:lnTo>
                    <a:pt x="30223" y="7230"/>
                  </a:lnTo>
                  <a:lnTo>
                    <a:pt x="37473" y="1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19"/>
            <p:cNvSpPr/>
            <p:nvPr/>
          </p:nvSpPr>
          <p:spPr>
            <a:xfrm>
              <a:off x="8430775" y="2242775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7" name="Google Shape;1257;p19"/>
          <p:cNvGrpSpPr/>
          <p:nvPr/>
        </p:nvGrpSpPr>
        <p:grpSpPr>
          <a:xfrm flipH="1">
            <a:off x="-1393950" y="-10219564"/>
            <a:ext cx="3769563" cy="11358057"/>
            <a:chOff x="-2722250" y="-1079764"/>
            <a:chExt cx="3769563" cy="11358057"/>
          </a:xfrm>
        </p:grpSpPr>
        <p:sp>
          <p:nvSpPr>
            <p:cNvPr id="1258" name="Google Shape;1258;p19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19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19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19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19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19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19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19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19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19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19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19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19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19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4" name="Google Shape;2464;p35"/>
          <p:cNvSpPr/>
          <p:nvPr/>
        </p:nvSpPr>
        <p:spPr>
          <a:xfrm>
            <a:off x="577225" y="-591925"/>
            <a:ext cx="676500" cy="3240600"/>
          </a:xfrm>
          <a:custGeom>
            <a:avLst/>
            <a:gdLst/>
            <a:ahLst/>
            <a:cxnLst/>
            <a:rect l="l" t="t" r="r" b="b"/>
            <a:pathLst>
              <a:path w="27060" h="129624" extrusionOk="0">
                <a:moveTo>
                  <a:pt x="0" y="0"/>
                </a:moveTo>
                <a:lnTo>
                  <a:pt x="0" y="101874"/>
                </a:lnTo>
                <a:lnTo>
                  <a:pt x="27060" y="129624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sp>
      <p:cxnSp>
        <p:nvCxnSpPr>
          <p:cNvPr id="2465" name="Google Shape;2465;p35"/>
          <p:cNvCxnSpPr/>
          <p:nvPr/>
        </p:nvCxnSpPr>
        <p:spPr>
          <a:xfrm rot="10800000">
            <a:off x="8860050" y="3165000"/>
            <a:ext cx="0" cy="23004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2466" name="Google Shape;2466;p35"/>
          <p:cNvGrpSpPr/>
          <p:nvPr/>
        </p:nvGrpSpPr>
        <p:grpSpPr>
          <a:xfrm flipH="1">
            <a:off x="-2783025" y="2555026"/>
            <a:ext cx="4222888" cy="4088811"/>
            <a:chOff x="8129425" y="2555026"/>
            <a:chExt cx="4222888" cy="4088811"/>
          </a:xfrm>
        </p:grpSpPr>
        <p:sp>
          <p:nvSpPr>
            <p:cNvPr id="2467" name="Google Shape;2467;p35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35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3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3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3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3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3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3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75" name="Google Shape;2475;p35"/>
          <p:cNvGrpSpPr/>
          <p:nvPr/>
        </p:nvGrpSpPr>
        <p:grpSpPr>
          <a:xfrm flipH="1">
            <a:off x="-2986745" y="907371"/>
            <a:ext cx="3769563" cy="11358057"/>
            <a:chOff x="-2722250" y="-1079764"/>
            <a:chExt cx="3769563" cy="11358057"/>
          </a:xfrm>
        </p:grpSpPr>
        <p:sp>
          <p:nvSpPr>
            <p:cNvPr id="2476" name="Google Shape;2476;p3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3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3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3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3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3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3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3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3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3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3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3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3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3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0" name="Google Shape;2490;p35"/>
          <p:cNvGrpSpPr/>
          <p:nvPr/>
        </p:nvGrpSpPr>
        <p:grpSpPr>
          <a:xfrm rot="10800000" flipH="1">
            <a:off x="8591775" y="-1202836"/>
            <a:ext cx="4222888" cy="4088811"/>
            <a:chOff x="8129425" y="2555026"/>
            <a:chExt cx="4222888" cy="4088811"/>
          </a:xfrm>
        </p:grpSpPr>
        <p:sp>
          <p:nvSpPr>
            <p:cNvPr id="2491" name="Google Shape;2491;p35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35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3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3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3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3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3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3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99" name="Google Shape;2499;p35"/>
          <p:cNvSpPr/>
          <p:nvPr/>
        </p:nvSpPr>
        <p:spPr>
          <a:xfrm>
            <a:off x="1238289" y="2620086"/>
            <a:ext cx="150600" cy="150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00" name="Google Shape;2500;p35"/>
          <p:cNvGrpSpPr/>
          <p:nvPr/>
        </p:nvGrpSpPr>
        <p:grpSpPr>
          <a:xfrm>
            <a:off x="824987" y="359239"/>
            <a:ext cx="117523" cy="719798"/>
            <a:chOff x="824987" y="359239"/>
            <a:chExt cx="117523" cy="719798"/>
          </a:xfrm>
        </p:grpSpPr>
        <p:sp>
          <p:nvSpPr>
            <p:cNvPr id="2501" name="Google Shape;2501;p35"/>
            <p:cNvSpPr/>
            <p:nvPr/>
          </p:nvSpPr>
          <p:spPr>
            <a:xfrm rot="-5400000">
              <a:off x="824987" y="35923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35"/>
            <p:cNvSpPr/>
            <p:nvPr/>
          </p:nvSpPr>
          <p:spPr>
            <a:xfrm rot="-5400000">
              <a:off x="824987" y="96151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35"/>
            <p:cNvSpPr/>
            <p:nvPr/>
          </p:nvSpPr>
          <p:spPr>
            <a:xfrm rot="-5400000">
              <a:off x="824987" y="76075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35"/>
            <p:cNvSpPr/>
            <p:nvPr/>
          </p:nvSpPr>
          <p:spPr>
            <a:xfrm rot="-5400000">
              <a:off x="824987" y="55999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35"/>
            <p:cNvSpPr/>
            <p:nvPr/>
          </p:nvSpPr>
          <p:spPr>
            <a:xfrm rot="-5400000">
              <a:off x="824987" y="35923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35"/>
            <p:cNvSpPr/>
            <p:nvPr/>
          </p:nvSpPr>
          <p:spPr>
            <a:xfrm rot="-5400000">
              <a:off x="824987" y="96151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35"/>
            <p:cNvSpPr/>
            <p:nvPr/>
          </p:nvSpPr>
          <p:spPr>
            <a:xfrm rot="-5400000">
              <a:off x="824987" y="76075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35"/>
            <p:cNvSpPr/>
            <p:nvPr/>
          </p:nvSpPr>
          <p:spPr>
            <a:xfrm rot="-5400000">
              <a:off x="824987" y="55999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09" name="Google Shape;2509;p35"/>
          <p:cNvSpPr/>
          <p:nvPr/>
        </p:nvSpPr>
        <p:spPr>
          <a:xfrm>
            <a:off x="577225" y="-591925"/>
            <a:ext cx="676500" cy="3240600"/>
          </a:xfrm>
          <a:custGeom>
            <a:avLst/>
            <a:gdLst/>
            <a:ahLst/>
            <a:cxnLst/>
            <a:rect l="l" t="t" r="r" b="b"/>
            <a:pathLst>
              <a:path w="27060" h="129624" extrusionOk="0">
                <a:moveTo>
                  <a:pt x="0" y="0"/>
                </a:moveTo>
                <a:lnTo>
                  <a:pt x="0" y="101874"/>
                </a:lnTo>
                <a:lnTo>
                  <a:pt x="27060" y="129624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sp>
      <p:sp>
        <p:nvSpPr>
          <p:cNvPr id="2510" name="Google Shape;2510;p35"/>
          <p:cNvSpPr/>
          <p:nvPr/>
        </p:nvSpPr>
        <p:spPr>
          <a:xfrm>
            <a:off x="1238289" y="2620086"/>
            <a:ext cx="150600" cy="150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511" name="Google Shape;2511;p35"/>
          <p:cNvCxnSpPr/>
          <p:nvPr/>
        </p:nvCxnSpPr>
        <p:spPr>
          <a:xfrm rot="10800000">
            <a:off x="8860050" y="3165000"/>
            <a:ext cx="0" cy="23004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2512" name="Google Shape;2512;p35"/>
          <p:cNvGrpSpPr/>
          <p:nvPr/>
        </p:nvGrpSpPr>
        <p:grpSpPr>
          <a:xfrm>
            <a:off x="8202950" y="1983213"/>
            <a:ext cx="237939" cy="3223487"/>
            <a:chOff x="8202950" y="1983213"/>
            <a:chExt cx="237939" cy="3223487"/>
          </a:xfrm>
        </p:grpSpPr>
        <p:sp>
          <p:nvSpPr>
            <p:cNvPr id="2513" name="Google Shape;2513;p35"/>
            <p:cNvSpPr/>
            <p:nvPr/>
          </p:nvSpPr>
          <p:spPr>
            <a:xfrm>
              <a:off x="8202950" y="2093625"/>
              <a:ext cx="182750" cy="3113075"/>
            </a:xfrm>
            <a:custGeom>
              <a:avLst/>
              <a:gdLst/>
              <a:ahLst/>
              <a:cxnLst/>
              <a:rect l="l" t="t" r="r" b="b"/>
              <a:pathLst>
                <a:path w="7310" h="124523" extrusionOk="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514" name="Google Shape;2514;p35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35"/>
            <p:cNvSpPr/>
            <p:nvPr/>
          </p:nvSpPr>
          <p:spPr>
            <a:xfrm>
              <a:off x="8202950" y="2093625"/>
              <a:ext cx="182750" cy="3113075"/>
            </a:xfrm>
            <a:custGeom>
              <a:avLst/>
              <a:gdLst/>
              <a:ahLst/>
              <a:cxnLst/>
              <a:rect l="l" t="t" r="r" b="b"/>
              <a:pathLst>
                <a:path w="7310" h="124523" extrusionOk="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516" name="Google Shape;2516;p35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17" name="Google Shape;2517;p35"/>
          <p:cNvGrpSpPr/>
          <p:nvPr/>
        </p:nvGrpSpPr>
        <p:grpSpPr>
          <a:xfrm>
            <a:off x="7704114" y="-97112"/>
            <a:ext cx="261061" cy="3913266"/>
            <a:chOff x="7704114" y="-97112"/>
            <a:chExt cx="261061" cy="3913266"/>
          </a:xfrm>
        </p:grpSpPr>
        <p:sp>
          <p:nvSpPr>
            <p:cNvPr id="2518" name="Google Shape;2518;p35"/>
            <p:cNvSpPr/>
            <p:nvPr/>
          </p:nvSpPr>
          <p:spPr>
            <a:xfrm>
              <a:off x="7779425" y="-97112"/>
              <a:ext cx="185750" cy="3804950"/>
            </a:xfrm>
            <a:custGeom>
              <a:avLst/>
              <a:gdLst/>
              <a:ahLst/>
              <a:cxnLst/>
              <a:rect l="l" t="t" r="r" b="b"/>
              <a:pathLst>
                <a:path w="7430" h="152198" extrusionOk="0">
                  <a:moveTo>
                    <a:pt x="7366" y="0"/>
                  </a:moveTo>
                  <a:lnTo>
                    <a:pt x="7430" y="96755"/>
                  </a:lnTo>
                  <a:lnTo>
                    <a:pt x="0" y="107019"/>
                  </a:lnTo>
                  <a:lnTo>
                    <a:pt x="8" y="152198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519" name="Google Shape;2519;p35"/>
            <p:cNvSpPr/>
            <p:nvPr/>
          </p:nvSpPr>
          <p:spPr>
            <a:xfrm>
              <a:off x="7704114" y="3665554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35"/>
            <p:cNvSpPr/>
            <p:nvPr/>
          </p:nvSpPr>
          <p:spPr>
            <a:xfrm>
              <a:off x="7779425" y="-97112"/>
              <a:ext cx="185750" cy="3804950"/>
            </a:xfrm>
            <a:custGeom>
              <a:avLst/>
              <a:gdLst/>
              <a:ahLst/>
              <a:cxnLst/>
              <a:rect l="l" t="t" r="r" b="b"/>
              <a:pathLst>
                <a:path w="7430" h="152198" extrusionOk="0">
                  <a:moveTo>
                    <a:pt x="7366" y="0"/>
                  </a:moveTo>
                  <a:lnTo>
                    <a:pt x="7430" y="96755"/>
                  </a:lnTo>
                  <a:lnTo>
                    <a:pt x="0" y="107019"/>
                  </a:lnTo>
                  <a:lnTo>
                    <a:pt x="8" y="152198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521" name="Google Shape;2521;p35"/>
            <p:cNvSpPr/>
            <p:nvPr/>
          </p:nvSpPr>
          <p:spPr>
            <a:xfrm>
              <a:off x="7704114" y="3665554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">
    <p:spTree>
      <p:nvGrpSpPr>
        <p:cNvPr id="1" name="Shape 2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3" name="Google Shape;2523;p36"/>
          <p:cNvSpPr/>
          <p:nvPr/>
        </p:nvSpPr>
        <p:spPr>
          <a:xfrm rot="10800000">
            <a:off x="7982776" y="-544214"/>
            <a:ext cx="267975" cy="1554325"/>
          </a:xfrm>
          <a:custGeom>
            <a:avLst/>
            <a:gdLst/>
            <a:ahLst/>
            <a:cxnLst/>
            <a:rect l="l" t="t" r="r" b="b"/>
            <a:pathLst>
              <a:path w="10719" h="62173" extrusionOk="0">
                <a:moveTo>
                  <a:pt x="0" y="0"/>
                </a:moveTo>
                <a:lnTo>
                  <a:pt x="0" y="51453"/>
                </a:lnTo>
                <a:lnTo>
                  <a:pt x="10719" y="62173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sp>
      <p:grpSp>
        <p:nvGrpSpPr>
          <p:cNvPr id="2524" name="Google Shape;2524;p36"/>
          <p:cNvGrpSpPr/>
          <p:nvPr/>
        </p:nvGrpSpPr>
        <p:grpSpPr>
          <a:xfrm>
            <a:off x="-2459612" y="638961"/>
            <a:ext cx="3769563" cy="11358057"/>
            <a:chOff x="-2722250" y="-1079764"/>
            <a:chExt cx="3769563" cy="11358057"/>
          </a:xfrm>
        </p:grpSpPr>
        <p:sp>
          <p:nvSpPr>
            <p:cNvPr id="2525" name="Google Shape;2525;p3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3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3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3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3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3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3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3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3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3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3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3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3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3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9" name="Google Shape;2539;p36"/>
          <p:cNvGrpSpPr/>
          <p:nvPr/>
        </p:nvGrpSpPr>
        <p:grpSpPr>
          <a:xfrm>
            <a:off x="-444950" y="2746461"/>
            <a:ext cx="1158175" cy="2819114"/>
            <a:chOff x="-444950" y="2746461"/>
            <a:chExt cx="1158175" cy="2819114"/>
          </a:xfrm>
        </p:grpSpPr>
        <p:sp>
          <p:nvSpPr>
            <p:cNvPr id="2540" name="Google Shape;2540;p36"/>
            <p:cNvSpPr/>
            <p:nvPr/>
          </p:nvSpPr>
          <p:spPr>
            <a:xfrm>
              <a:off x="248038" y="2856850"/>
              <a:ext cx="267975" cy="1554325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541" name="Google Shape;2541;p36"/>
            <p:cNvSpPr/>
            <p:nvPr/>
          </p:nvSpPr>
          <p:spPr>
            <a:xfrm>
              <a:off x="-438775" y="4411175"/>
              <a:ext cx="1152000" cy="11544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36"/>
            <p:cNvSpPr/>
            <p:nvPr/>
          </p:nvSpPr>
          <p:spPr>
            <a:xfrm>
              <a:off x="-254275" y="4596125"/>
              <a:ext cx="783000" cy="7845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36"/>
            <p:cNvSpPr/>
            <p:nvPr/>
          </p:nvSpPr>
          <p:spPr>
            <a:xfrm>
              <a:off x="241863" y="2856850"/>
              <a:ext cx="267975" cy="1554325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544" name="Google Shape;2544;p36"/>
            <p:cNvSpPr/>
            <p:nvPr/>
          </p:nvSpPr>
          <p:spPr>
            <a:xfrm>
              <a:off x="-444950" y="4411175"/>
              <a:ext cx="1152000" cy="11544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36"/>
            <p:cNvSpPr/>
            <p:nvPr/>
          </p:nvSpPr>
          <p:spPr>
            <a:xfrm>
              <a:off x="-260450" y="4596125"/>
              <a:ext cx="783000" cy="7845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36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36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48" name="Google Shape;2548;p36"/>
          <p:cNvGrpSpPr/>
          <p:nvPr/>
        </p:nvGrpSpPr>
        <p:grpSpPr>
          <a:xfrm>
            <a:off x="8118013" y="1690211"/>
            <a:ext cx="3769563" cy="11358057"/>
            <a:chOff x="-2722250" y="-1079764"/>
            <a:chExt cx="3769563" cy="11358057"/>
          </a:xfrm>
        </p:grpSpPr>
        <p:sp>
          <p:nvSpPr>
            <p:cNvPr id="2549" name="Google Shape;2549;p3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3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3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3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3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3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3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3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3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3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3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3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3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3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63" name="Google Shape;2563;p36"/>
          <p:cNvGrpSpPr/>
          <p:nvPr/>
        </p:nvGrpSpPr>
        <p:grpSpPr>
          <a:xfrm rot="-5400000" flipH="1">
            <a:off x="14326746" y="-8155174"/>
            <a:ext cx="5570272" cy="18162622"/>
            <a:chOff x="-3170262" y="3452177"/>
            <a:chExt cx="3721951" cy="12135923"/>
          </a:xfrm>
        </p:grpSpPr>
        <p:sp>
          <p:nvSpPr>
            <p:cNvPr id="2564" name="Google Shape;2564;p36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36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36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36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36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36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36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36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36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36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36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36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36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36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36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36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36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36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36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36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36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36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36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36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36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36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36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36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36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36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36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36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36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36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36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36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36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36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36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36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36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36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36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36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36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36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36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36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36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36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36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36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36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36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36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36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20" name="Google Shape;2620;p36"/>
          <p:cNvSpPr/>
          <p:nvPr/>
        </p:nvSpPr>
        <p:spPr>
          <a:xfrm rot="10800000">
            <a:off x="7982776" y="-544214"/>
            <a:ext cx="267975" cy="1554325"/>
          </a:xfrm>
          <a:custGeom>
            <a:avLst/>
            <a:gdLst/>
            <a:ahLst/>
            <a:cxnLst/>
            <a:rect l="l" t="t" r="r" b="b"/>
            <a:pathLst>
              <a:path w="10719" h="62173" extrusionOk="0">
                <a:moveTo>
                  <a:pt x="0" y="0"/>
                </a:moveTo>
                <a:lnTo>
                  <a:pt x="0" y="51453"/>
                </a:lnTo>
                <a:lnTo>
                  <a:pt x="10719" y="62173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sp>
      <p:grpSp>
        <p:nvGrpSpPr>
          <p:cNvPr id="2621" name="Google Shape;2621;p36"/>
          <p:cNvGrpSpPr/>
          <p:nvPr/>
        </p:nvGrpSpPr>
        <p:grpSpPr>
          <a:xfrm>
            <a:off x="8342610" y="-1257510"/>
            <a:ext cx="1632765" cy="4501735"/>
            <a:chOff x="8342610" y="-1257510"/>
            <a:chExt cx="1632765" cy="4501735"/>
          </a:xfrm>
        </p:grpSpPr>
        <p:sp>
          <p:nvSpPr>
            <p:cNvPr id="2622" name="Google Shape;2622;p36"/>
            <p:cNvSpPr/>
            <p:nvPr/>
          </p:nvSpPr>
          <p:spPr>
            <a:xfrm>
              <a:off x="8560275" y="1826425"/>
              <a:ext cx="1415100" cy="14178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36"/>
            <p:cNvSpPr/>
            <p:nvPr/>
          </p:nvSpPr>
          <p:spPr>
            <a:xfrm rot="10800000">
              <a:off x="8342610" y="-1257510"/>
              <a:ext cx="531689" cy="3083936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624" name="Google Shape;2624;p36"/>
            <p:cNvSpPr/>
            <p:nvPr/>
          </p:nvSpPr>
          <p:spPr>
            <a:xfrm rot="10800000">
              <a:off x="8342610" y="-1257510"/>
              <a:ext cx="531689" cy="3083936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625" name="Google Shape;2625;p36"/>
            <p:cNvSpPr/>
            <p:nvPr/>
          </p:nvSpPr>
          <p:spPr>
            <a:xfrm>
              <a:off x="8560275" y="1826425"/>
              <a:ext cx="1415100" cy="14178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26" name="Google Shape;2626;p36"/>
          <p:cNvSpPr/>
          <p:nvPr/>
        </p:nvSpPr>
        <p:spPr>
          <a:xfrm rot="10800000">
            <a:off x="8193774" y="1010100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7" name="Google Shape;2627;p36"/>
          <p:cNvSpPr/>
          <p:nvPr/>
        </p:nvSpPr>
        <p:spPr>
          <a:xfrm rot="10800000">
            <a:off x="8193774" y="1010100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●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○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■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●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○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■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●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○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Source Sans Pro"/>
              <a:buChar char="■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4" r:id="rId4"/>
    <p:sldLayoutId id="2147483655" r:id="rId5"/>
    <p:sldLayoutId id="2147483658" r:id="rId6"/>
    <p:sldLayoutId id="2147483659" r:id="rId7"/>
    <p:sldLayoutId id="2147483665" r:id="rId8"/>
    <p:sldLayoutId id="2147483681" r:id="rId9"/>
    <p:sldLayoutId id="2147483682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8" name="Google Shape;2638;p40"/>
          <p:cNvSpPr txBox="1">
            <a:spLocks noGrp="1"/>
          </p:cNvSpPr>
          <p:nvPr>
            <p:ph type="ctrTitle"/>
          </p:nvPr>
        </p:nvSpPr>
        <p:spPr>
          <a:xfrm>
            <a:off x="1282800" y="1285125"/>
            <a:ext cx="6578400" cy="22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 dirty="0" smtClean="0"/>
              <a:t>Haladó programozás beadandó</a:t>
            </a:r>
            <a:r>
              <a:rPr lang="en" sz="2800" dirty="0" smtClean="0"/>
              <a:t>:</a:t>
            </a:r>
            <a:r>
              <a:rPr lang="en" sz="4100" dirty="0" smtClean="0"/>
              <a:t> </a:t>
            </a:r>
            <a:r>
              <a:rPr lang="hu-HU" dirty="0">
                <a:solidFill>
                  <a:schemeClr val="lt2"/>
                </a:solidFill>
              </a:rPr>
              <a:t/>
            </a:r>
            <a:br>
              <a:rPr lang="hu-HU" dirty="0">
                <a:solidFill>
                  <a:schemeClr val="lt2"/>
                </a:solidFill>
              </a:rPr>
            </a:br>
            <a:r>
              <a:rPr lang="hu-HU" dirty="0" smtClean="0">
                <a:solidFill>
                  <a:schemeClr val="lt2"/>
                </a:solidFill>
              </a:rPr>
              <a:t>Modern képszerkesztő Pythonban GUI-</a:t>
            </a:r>
            <a:r>
              <a:rPr lang="hu-HU" dirty="0" err="1" smtClean="0">
                <a:solidFill>
                  <a:schemeClr val="lt2"/>
                </a:solidFill>
              </a:rPr>
              <a:t>val</a:t>
            </a:r>
            <a:endParaRPr dirty="0"/>
          </a:p>
        </p:txBody>
      </p:sp>
      <p:sp>
        <p:nvSpPr>
          <p:cNvPr id="2639" name="Google Shape;2639;p40"/>
          <p:cNvSpPr txBox="1">
            <a:spLocks noGrp="1"/>
          </p:cNvSpPr>
          <p:nvPr>
            <p:ph type="subTitle" idx="1"/>
          </p:nvPr>
        </p:nvSpPr>
        <p:spPr>
          <a:xfrm>
            <a:off x="2211600" y="3865700"/>
            <a:ext cx="4720800" cy="3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smtClean="0"/>
              <a:t>Készítette: Kirilla József</a:t>
            </a:r>
            <a:endParaRPr dirty="0"/>
          </a:p>
        </p:txBody>
      </p:sp>
      <p:cxnSp>
        <p:nvCxnSpPr>
          <p:cNvPr id="2640" name="Google Shape;2640;p40"/>
          <p:cNvCxnSpPr/>
          <p:nvPr/>
        </p:nvCxnSpPr>
        <p:spPr>
          <a:xfrm>
            <a:off x="2500475" y="3663720"/>
            <a:ext cx="4177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2641" name="Google Shape;2641;p40"/>
          <p:cNvGrpSpPr/>
          <p:nvPr/>
        </p:nvGrpSpPr>
        <p:grpSpPr>
          <a:xfrm>
            <a:off x="2365175" y="3596070"/>
            <a:ext cx="4447650" cy="135300"/>
            <a:chOff x="2365175" y="3596070"/>
            <a:chExt cx="4447650" cy="135300"/>
          </a:xfrm>
        </p:grpSpPr>
        <p:sp>
          <p:nvSpPr>
            <p:cNvPr id="2642" name="Google Shape;2642;p40"/>
            <p:cNvSpPr/>
            <p:nvPr/>
          </p:nvSpPr>
          <p:spPr>
            <a:xfrm>
              <a:off x="2365175" y="3596070"/>
              <a:ext cx="135300" cy="1353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40"/>
            <p:cNvSpPr/>
            <p:nvPr/>
          </p:nvSpPr>
          <p:spPr>
            <a:xfrm>
              <a:off x="6677525" y="3596070"/>
              <a:ext cx="135300" cy="1353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644" name="Google Shape;2644;p40"/>
            <p:cNvCxnSpPr>
              <a:stCxn id="2642" idx="6"/>
              <a:endCxn id="2643" idx="2"/>
            </p:cNvCxnSpPr>
            <p:nvPr/>
          </p:nvCxnSpPr>
          <p:spPr>
            <a:xfrm>
              <a:off x="2500475" y="3663720"/>
              <a:ext cx="41772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9" name="Google Shape;2649;p41"/>
          <p:cNvSpPr txBox="1">
            <a:spLocks noGrp="1"/>
          </p:cNvSpPr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smtClean="0"/>
              <a:t>Bemutatás</a:t>
            </a:r>
            <a:endParaRPr dirty="0"/>
          </a:p>
        </p:txBody>
      </p:sp>
      <p:sp>
        <p:nvSpPr>
          <p:cNvPr id="2650" name="Google Shape;2650;p41"/>
          <p:cNvSpPr txBox="1">
            <a:spLocks noGrp="1"/>
          </p:cNvSpPr>
          <p:nvPr>
            <p:ph type="body" idx="1"/>
          </p:nvPr>
        </p:nvSpPr>
        <p:spPr>
          <a:xfrm>
            <a:off x="713225" y="1198925"/>
            <a:ext cx="7717500" cy="336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Clr>
                <a:schemeClr val="hlink"/>
              </a:buClr>
              <a:buSzPts val="1100"/>
              <a:buNone/>
            </a:pPr>
            <a:r>
              <a:rPr lang="hu-HU" dirty="0"/>
              <a:t>Ez a Python alapú képszerkesztő egy modern, felhasználóbarát GUI-t kínál a </a:t>
            </a:r>
            <a:r>
              <a:rPr lang="hu-HU" b="1" dirty="0" err="1"/>
              <a:t>CustomTkinter</a:t>
            </a:r>
            <a:r>
              <a:rPr lang="hu-HU" dirty="0"/>
              <a:t> segítségével. A program lehetővé teszi a képek gyors és egyszerű szerkesztését, valós idejű előnézettel</a:t>
            </a:r>
            <a:r>
              <a:rPr lang="hu-HU" dirty="0" smtClean="0"/>
              <a:t>.</a:t>
            </a: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endParaRPr lang="hu-HU" dirty="0" smtClean="0"/>
          </a:p>
          <a:p>
            <a:r>
              <a:rPr lang="hu-HU" b="1" dirty="0"/>
              <a:t>Főbb funkciók:</a:t>
            </a:r>
            <a:endParaRPr lang="hu-HU" dirty="0"/>
          </a:p>
          <a:p>
            <a:r>
              <a:rPr lang="hu-HU" dirty="0"/>
              <a:t>Képek megnyitása: PNG, JPG, BMP, TIFF</a:t>
            </a:r>
          </a:p>
          <a:p>
            <a:r>
              <a:rPr lang="hu-HU" dirty="0"/>
              <a:t>Képmentés: PNG, JPG, BMP</a:t>
            </a:r>
          </a:p>
          <a:p>
            <a:r>
              <a:rPr lang="hu-HU" dirty="0"/>
              <a:t>Valós idejű transzformációk: forgatás, flip, átméretezés, kivágás</a:t>
            </a:r>
          </a:p>
          <a:p>
            <a:r>
              <a:rPr lang="hu-HU" dirty="0"/>
              <a:t>Fényerő és kontraszt állítás</a:t>
            </a:r>
          </a:p>
          <a:p>
            <a:r>
              <a:rPr lang="hu-HU" dirty="0" err="1"/>
              <a:t>Blur</a:t>
            </a:r>
            <a:r>
              <a:rPr lang="hu-HU" dirty="0"/>
              <a:t> és különféle filterek: </a:t>
            </a:r>
            <a:r>
              <a:rPr lang="hu-HU" dirty="0" err="1"/>
              <a:t>Grayscale</a:t>
            </a:r>
            <a:r>
              <a:rPr lang="hu-HU" dirty="0"/>
              <a:t>, </a:t>
            </a:r>
            <a:r>
              <a:rPr lang="hu-HU" dirty="0" err="1"/>
              <a:t>Canny</a:t>
            </a:r>
            <a:r>
              <a:rPr lang="hu-HU" dirty="0"/>
              <a:t>, </a:t>
            </a:r>
            <a:r>
              <a:rPr lang="hu-HU" dirty="0" err="1"/>
              <a:t>Emboss</a:t>
            </a:r>
            <a:r>
              <a:rPr lang="hu-HU" dirty="0"/>
              <a:t>, </a:t>
            </a:r>
            <a:r>
              <a:rPr lang="hu-HU" dirty="0" err="1"/>
              <a:t>Sepia</a:t>
            </a:r>
            <a:endParaRPr lang="hu-HU" dirty="0"/>
          </a:p>
          <a:p>
            <a:r>
              <a:rPr lang="hu-HU" dirty="0" err="1"/>
              <a:t>Undo</a:t>
            </a:r>
            <a:r>
              <a:rPr lang="hu-HU" dirty="0"/>
              <a:t>/</a:t>
            </a:r>
            <a:r>
              <a:rPr lang="hu-HU" dirty="0" err="1"/>
              <a:t>Redo</a:t>
            </a:r>
            <a:r>
              <a:rPr lang="hu-HU" dirty="0"/>
              <a:t>, </a:t>
            </a:r>
            <a:r>
              <a:rPr lang="hu-HU" dirty="0" err="1"/>
              <a:t>reset</a:t>
            </a:r>
            <a:r>
              <a:rPr lang="hu-HU" dirty="0"/>
              <a:t> az eredeti képhez</a:t>
            </a:r>
          </a:p>
          <a:p>
            <a:r>
              <a:rPr lang="hu-HU" dirty="0"/>
              <a:t>Kényelmes, vizuális kijelölés a kivágáshoz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55" name="Google Shape;2655;p42"/>
          <p:cNvCxnSpPr>
            <a:stCxn id="2656" idx="6"/>
            <a:endCxn id="2657" idx="2"/>
          </p:cNvCxnSpPr>
          <p:nvPr/>
        </p:nvCxnSpPr>
        <p:spPr>
          <a:xfrm>
            <a:off x="4433722" y="591138"/>
            <a:ext cx="326985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2658" name="Google Shape;2658;p42"/>
          <p:cNvGrpSpPr/>
          <p:nvPr/>
        </p:nvGrpSpPr>
        <p:grpSpPr>
          <a:xfrm>
            <a:off x="4298422" y="523488"/>
            <a:ext cx="3540450" cy="135300"/>
            <a:chOff x="4542238" y="2482820"/>
            <a:chExt cx="3540450" cy="135300"/>
          </a:xfrm>
        </p:grpSpPr>
        <p:sp>
          <p:nvSpPr>
            <p:cNvPr id="2656" name="Google Shape;2656;p42"/>
            <p:cNvSpPr/>
            <p:nvPr/>
          </p:nvSpPr>
          <p:spPr>
            <a:xfrm>
              <a:off x="4542238" y="2482820"/>
              <a:ext cx="135300" cy="1353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42"/>
            <p:cNvSpPr/>
            <p:nvPr/>
          </p:nvSpPr>
          <p:spPr>
            <a:xfrm>
              <a:off x="7947388" y="2482820"/>
              <a:ext cx="135300" cy="1353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659" name="Google Shape;2659;p42"/>
            <p:cNvCxnSpPr>
              <a:stCxn id="2656" idx="6"/>
              <a:endCxn id="2657" idx="2"/>
            </p:cNvCxnSpPr>
            <p:nvPr/>
          </p:nvCxnSpPr>
          <p:spPr>
            <a:xfrm>
              <a:off x="4677538" y="2550470"/>
              <a:ext cx="32700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cxnSp>
      </p:grpSp>
      <p:sp>
        <p:nvSpPr>
          <p:cNvPr id="2661" name="Google Shape;2661;p42"/>
          <p:cNvSpPr txBox="1">
            <a:spLocks noGrp="1"/>
          </p:cNvSpPr>
          <p:nvPr>
            <p:ph type="subTitle" idx="1"/>
          </p:nvPr>
        </p:nvSpPr>
        <p:spPr>
          <a:xfrm>
            <a:off x="3957547" y="0"/>
            <a:ext cx="4222200" cy="1040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200" dirty="0" smtClean="0"/>
              <a:t>A program:</a:t>
            </a:r>
            <a:endParaRPr sz="3200" dirty="0"/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400" y="658788"/>
            <a:ext cx="7878600" cy="42142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6" name="Google Shape;2666;p43"/>
          <p:cNvGrpSpPr/>
          <p:nvPr/>
        </p:nvGrpSpPr>
        <p:grpSpPr>
          <a:xfrm>
            <a:off x="1053496" y="2245689"/>
            <a:ext cx="795537" cy="795537"/>
            <a:chOff x="851175" y="1582401"/>
            <a:chExt cx="964872" cy="964872"/>
          </a:xfrm>
        </p:grpSpPr>
        <p:sp>
          <p:nvSpPr>
            <p:cNvPr id="2667" name="Google Shape;2667;p4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4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69" name="Google Shape;2669;p43"/>
          <p:cNvGrpSpPr/>
          <p:nvPr/>
        </p:nvGrpSpPr>
        <p:grpSpPr>
          <a:xfrm>
            <a:off x="4908971" y="2245689"/>
            <a:ext cx="795537" cy="795537"/>
            <a:chOff x="851175" y="1582401"/>
            <a:chExt cx="964872" cy="964872"/>
          </a:xfrm>
        </p:grpSpPr>
        <p:sp>
          <p:nvSpPr>
            <p:cNvPr id="2670" name="Google Shape;2670;p4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4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72" name="Google Shape;2672;p43"/>
          <p:cNvGrpSpPr/>
          <p:nvPr/>
        </p:nvGrpSpPr>
        <p:grpSpPr>
          <a:xfrm>
            <a:off x="4908971" y="915377"/>
            <a:ext cx="795537" cy="795537"/>
            <a:chOff x="851175" y="1582401"/>
            <a:chExt cx="964872" cy="964872"/>
          </a:xfrm>
        </p:grpSpPr>
        <p:sp>
          <p:nvSpPr>
            <p:cNvPr id="2673" name="Google Shape;2673;p4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4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75" name="Google Shape;2675;p43"/>
          <p:cNvGrpSpPr/>
          <p:nvPr/>
        </p:nvGrpSpPr>
        <p:grpSpPr>
          <a:xfrm>
            <a:off x="1053496" y="915389"/>
            <a:ext cx="795537" cy="795537"/>
            <a:chOff x="851175" y="1582401"/>
            <a:chExt cx="964872" cy="964872"/>
          </a:xfrm>
        </p:grpSpPr>
        <p:sp>
          <p:nvSpPr>
            <p:cNvPr id="2676" name="Google Shape;2676;p4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4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78" name="Google Shape;2678;p43"/>
          <p:cNvSpPr txBox="1">
            <a:spLocks noGrp="1"/>
          </p:cNvSpPr>
          <p:nvPr>
            <p:ph type="title"/>
          </p:nvPr>
        </p:nvSpPr>
        <p:spPr>
          <a:xfrm>
            <a:off x="526449" y="157583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err="1" smtClean="0"/>
              <a:t>Haznált</a:t>
            </a:r>
            <a:r>
              <a:rPr lang="hu-HU" dirty="0" smtClean="0"/>
              <a:t> csomagok:</a:t>
            </a:r>
            <a:endParaRPr dirty="0"/>
          </a:p>
        </p:txBody>
      </p:sp>
      <p:sp>
        <p:nvSpPr>
          <p:cNvPr id="2679" name="Google Shape;2679;p43"/>
          <p:cNvSpPr txBox="1">
            <a:spLocks noGrp="1"/>
          </p:cNvSpPr>
          <p:nvPr>
            <p:ph type="subTitle" idx="1"/>
          </p:nvPr>
        </p:nvSpPr>
        <p:spPr>
          <a:xfrm>
            <a:off x="1979826" y="2579017"/>
            <a:ext cx="2409600" cy="826749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/>
            <a:r>
              <a:rPr lang="hu-HU" dirty="0"/>
              <a:t>Képfájlok betöltése, mentése és </a:t>
            </a:r>
            <a:r>
              <a:rPr lang="hu-HU" dirty="0" smtClean="0"/>
              <a:t>formálása </a:t>
            </a:r>
            <a:r>
              <a:rPr lang="hu-HU" dirty="0"/>
              <a:t>Pythonban.</a:t>
            </a:r>
            <a:endParaRPr dirty="0"/>
          </a:p>
        </p:txBody>
      </p:sp>
      <p:sp>
        <p:nvSpPr>
          <p:cNvPr id="2680" name="Google Shape;2680;p43"/>
          <p:cNvSpPr txBox="1">
            <a:spLocks noGrp="1"/>
          </p:cNvSpPr>
          <p:nvPr>
            <p:ph type="subTitle" idx="2"/>
          </p:nvPr>
        </p:nvSpPr>
        <p:spPr>
          <a:xfrm>
            <a:off x="1975599" y="2235281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/>
            <a:r>
              <a:rPr lang="hu-HU" dirty="0" err="1"/>
              <a:t>Pillow</a:t>
            </a:r>
            <a:r>
              <a:rPr lang="hu-HU" dirty="0"/>
              <a:t> (PIL)</a:t>
            </a:r>
            <a:endParaRPr dirty="0"/>
          </a:p>
        </p:txBody>
      </p:sp>
      <p:sp>
        <p:nvSpPr>
          <p:cNvPr id="2681" name="Google Shape;2681;p43"/>
          <p:cNvSpPr txBox="1">
            <a:spLocks noGrp="1"/>
          </p:cNvSpPr>
          <p:nvPr>
            <p:ph type="title" idx="3"/>
          </p:nvPr>
        </p:nvSpPr>
        <p:spPr>
          <a:xfrm>
            <a:off x="1049260" y="2364153"/>
            <a:ext cx="8040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682" name="Google Shape;2682;p43"/>
          <p:cNvSpPr txBox="1">
            <a:spLocks noGrp="1"/>
          </p:cNvSpPr>
          <p:nvPr>
            <p:ph type="title" idx="4"/>
          </p:nvPr>
        </p:nvSpPr>
        <p:spPr>
          <a:xfrm>
            <a:off x="4904735" y="2364153"/>
            <a:ext cx="8040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683" name="Google Shape;2683;p43"/>
          <p:cNvSpPr txBox="1">
            <a:spLocks noGrp="1"/>
          </p:cNvSpPr>
          <p:nvPr>
            <p:ph type="title" idx="5"/>
          </p:nvPr>
        </p:nvSpPr>
        <p:spPr>
          <a:xfrm>
            <a:off x="1049260" y="1033841"/>
            <a:ext cx="8040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684" name="Google Shape;2684;p43"/>
          <p:cNvSpPr txBox="1">
            <a:spLocks noGrp="1"/>
          </p:cNvSpPr>
          <p:nvPr>
            <p:ph type="title" idx="6"/>
          </p:nvPr>
        </p:nvSpPr>
        <p:spPr>
          <a:xfrm>
            <a:off x="4904735" y="1033841"/>
            <a:ext cx="8040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685" name="Google Shape;2685;p43"/>
          <p:cNvSpPr txBox="1">
            <a:spLocks noGrp="1"/>
          </p:cNvSpPr>
          <p:nvPr>
            <p:ph type="subTitle" idx="7"/>
          </p:nvPr>
        </p:nvSpPr>
        <p:spPr>
          <a:xfrm>
            <a:off x="1975599" y="1265778"/>
            <a:ext cx="2409600" cy="654956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/>
            <a:r>
              <a:rPr lang="hu-HU" dirty="0"/>
              <a:t>Modern, stílusos GUI elemek készítése </a:t>
            </a:r>
            <a:r>
              <a:rPr lang="hu-HU" dirty="0" err="1"/>
              <a:t>Tkinter</a:t>
            </a:r>
            <a:r>
              <a:rPr lang="hu-HU" dirty="0"/>
              <a:t> alapokon.</a:t>
            </a:r>
            <a:endParaRPr dirty="0"/>
          </a:p>
        </p:txBody>
      </p:sp>
      <p:sp>
        <p:nvSpPr>
          <p:cNvPr id="2686" name="Google Shape;2686;p43"/>
          <p:cNvSpPr txBox="1">
            <a:spLocks noGrp="1"/>
          </p:cNvSpPr>
          <p:nvPr>
            <p:ph type="subTitle" idx="8"/>
          </p:nvPr>
        </p:nvSpPr>
        <p:spPr>
          <a:xfrm>
            <a:off x="1975599" y="904981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/>
            <a:r>
              <a:rPr lang="hu-HU" dirty="0" err="1"/>
              <a:t>customtkinter</a:t>
            </a:r>
            <a:endParaRPr dirty="0"/>
          </a:p>
        </p:txBody>
      </p:sp>
      <p:sp>
        <p:nvSpPr>
          <p:cNvPr id="2687" name="Google Shape;2687;p43"/>
          <p:cNvSpPr txBox="1">
            <a:spLocks noGrp="1"/>
          </p:cNvSpPr>
          <p:nvPr>
            <p:ph type="subTitle" idx="9"/>
          </p:nvPr>
        </p:nvSpPr>
        <p:spPr>
          <a:xfrm>
            <a:off x="5831074" y="2596078"/>
            <a:ext cx="2409600" cy="467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/>
            <a:r>
              <a:rPr lang="hu-HU" dirty="0"/>
              <a:t>Erőteljes képfeldolgozó könyvtár</a:t>
            </a:r>
            <a:r>
              <a:rPr lang="hu-HU" dirty="0" smtClean="0"/>
              <a:t>. (gyorsaság)</a:t>
            </a:r>
            <a:endParaRPr dirty="0"/>
          </a:p>
        </p:txBody>
      </p:sp>
      <p:sp>
        <p:nvSpPr>
          <p:cNvPr id="2688" name="Google Shape;2688;p43"/>
          <p:cNvSpPr txBox="1">
            <a:spLocks noGrp="1"/>
          </p:cNvSpPr>
          <p:nvPr>
            <p:ph type="subTitle" idx="13"/>
          </p:nvPr>
        </p:nvSpPr>
        <p:spPr>
          <a:xfrm>
            <a:off x="5831074" y="2235281"/>
            <a:ext cx="4004904" cy="687472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/>
            <a:r>
              <a:rPr lang="hu-HU" dirty="0" err="1"/>
              <a:t>OpenCV</a:t>
            </a:r>
            <a:r>
              <a:rPr lang="hu-HU" dirty="0"/>
              <a:t> (</a:t>
            </a:r>
            <a:r>
              <a:rPr lang="hu-HU" dirty="0" err="1"/>
              <a:t>opencv-python</a:t>
            </a:r>
            <a:r>
              <a:rPr lang="hu-HU" dirty="0"/>
              <a:t>)</a:t>
            </a:r>
            <a:endParaRPr dirty="0"/>
          </a:p>
        </p:txBody>
      </p:sp>
      <p:sp>
        <p:nvSpPr>
          <p:cNvPr id="2689" name="Google Shape;2689;p43"/>
          <p:cNvSpPr txBox="1">
            <a:spLocks noGrp="1"/>
          </p:cNvSpPr>
          <p:nvPr>
            <p:ph type="subTitle" idx="14"/>
          </p:nvPr>
        </p:nvSpPr>
        <p:spPr>
          <a:xfrm>
            <a:off x="5831074" y="1265778"/>
            <a:ext cx="2409600" cy="654956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/>
            <a:r>
              <a:rPr lang="hu-HU" dirty="0"/>
              <a:t>Python beépített GUI könyvtára</a:t>
            </a:r>
            <a:r>
              <a:rPr lang="hu-HU" dirty="0" smtClean="0"/>
              <a:t>. (alapja a </a:t>
            </a:r>
            <a:r>
              <a:rPr lang="hu-HU" dirty="0" err="1" smtClean="0"/>
              <a:t>customtkinternek</a:t>
            </a:r>
            <a:r>
              <a:rPr lang="hu-HU" dirty="0" smtClean="0"/>
              <a:t>)</a:t>
            </a:r>
            <a:endParaRPr dirty="0"/>
          </a:p>
        </p:txBody>
      </p:sp>
      <p:sp>
        <p:nvSpPr>
          <p:cNvPr id="2690" name="Google Shape;2690;p43"/>
          <p:cNvSpPr txBox="1">
            <a:spLocks noGrp="1"/>
          </p:cNvSpPr>
          <p:nvPr>
            <p:ph type="subTitle" idx="15"/>
          </p:nvPr>
        </p:nvSpPr>
        <p:spPr>
          <a:xfrm>
            <a:off x="5831074" y="904981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/>
            <a:r>
              <a:rPr lang="hu-HU" dirty="0" err="1"/>
              <a:t>tkinter</a:t>
            </a:r>
            <a:endParaRPr dirty="0"/>
          </a:p>
        </p:txBody>
      </p:sp>
      <p:grpSp>
        <p:nvGrpSpPr>
          <p:cNvPr id="27" name="Google Shape;2666;p43"/>
          <p:cNvGrpSpPr/>
          <p:nvPr/>
        </p:nvGrpSpPr>
        <p:grpSpPr>
          <a:xfrm>
            <a:off x="1049260" y="3694453"/>
            <a:ext cx="795537" cy="795537"/>
            <a:chOff x="851175" y="1582401"/>
            <a:chExt cx="964872" cy="964872"/>
          </a:xfrm>
        </p:grpSpPr>
        <p:sp>
          <p:nvSpPr>
            <p:cNvPr id="28" name="Google Shape;2667;p4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668;p4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" name="Google Shape;2681;p43"/>
          <p:cNvSpPr txBox="1">
            <a:spLocks/>
          </p:cNvSpPr>
          <p:nvPr/>
        </p:nvSpPr>
        <p:spPr>
          <a:xfrm>
            <a:off x="1045024" y="3812917"/>
            <a:ext cx="804000" cy="5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lay"/>
              <a:buNone/>
              <a:defRPr sz="3700" b="1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lay"/>
              <a:buNone/>
              <a:defRPr sz="3700" b="1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lay"/>
              <a:buNone/>
              <a:defRPr sz="3700" b="1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lay"/>
              <a:buNone/>
              <a:defRPr sz="3700" b="1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lay"/>
              <a:buNone/>
              <a:defRPr sz="3700" b="1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lay"/>
              <a:buNone/>
              <a:defRPr sz="3700" b="1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lay"/>
              <a:buNone/>
              <a:defRPr sz="3700" b="1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lay"/>
              <a:buNone/>
              <a:defRPr sz="3700" b="1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lay"/>
              <a:buNone/>
              <a:defRPr sz="3700" b="1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" dirty="0" smtClean="0"/>
              <a:t>0</a:t>
            </a:r>
            <a:r>
              <a:rPr lang="hu-HU" dirty="0" smtClean="0"/>
              <a:t>6</a:t>
            </a:r>
            <a:endParaRPr lang="en" dirty="0"/>
          </a:p>
        </p:txBody>
      </p:sp>
      <p:sp>
        <p:nvSpPr>
          <p:cNvPr id="31" name="Google Shape;2680;p43"/>
          <p:cNvSpPr txBox="1">
            <a:spLocks/>
          </p:cNvSpPr>
          <p:nvPr/>
        </p:nvSpPr>
        <p:spPr>
          <a:xfrm>
            <a:off x="1975599" y="3631356"/>
            <a:ext cx="2409600" cy="3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  <a:defRPr sz="2000" b="1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  <a:defRPr sz="2000" b="1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  <a:defRPr sz="2000" b="1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  <a:defRPr sz="2000" b="1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  <a:defRPr sz="2000" b="1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  <a:defRPr sz="2000" b="1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  <a:defRPr sz="2000" b="1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  <a:defRPr sz="2000" b="1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  <a:defRPr sz="2000" b="1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marL="0" indent="0"/>
            <a:r>
              <a:rPr lang="hu-HU" dirty="0" err="1"/>
              <a:t>NumPy</a:t>
            </a:r>
            <a:endParaRPr lang="hu-HU" dirty="0"/>
          </a:p>
        </p:txBody>
      </p:sp>
      <p:sp>
        <p:nvSpPr>
          <p:cNvPr id="33" name="Google Shape;2679;p43"/>
          <p:cNvSpPr txBox="1">
            <a:spLocks/>
          </p:cNvSpPr>
          <p:nvPr/>
        </p:nvSpPr>
        <p:spPr>
          <a:xfrm>
            <a:off x="1975599" y="3952453"/>
            <a:ext cx="2409600" cy="82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/>
            <a:r>
              <a:rPr lang="hu-HU" dirty="0" err="1"/>
              <a:t>OpenCV</a:t>
            </a:r>
            <a:r>
              <a:rPr lang="hu-HU" dirty="0"/>
              <a:t> képek alapvetően </a:t>
            </a:r>
            <a:r>
              <a:rPr lang="hu-HU" dirty="0" err="1"/>
              <a:t>NumPy</a:t>
            </a:r>
            <a:r>
              <a:rPr lang="hu-HU" dirty="0"/>
              <a:t> tömbök, ezért minden képmanipulációhoz szükséges.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8" name="Google Shape;2698;p44"/>
          <p:cNvSpPr txBox="1">
            <a:spLocks noGrp="1"/>
          </p:cNvSpPr>
          <p:nvPr>
            <p:ph type="title"/>
          </p:nvPr>
        </p:nvSpPr>
        <p:spPr>
          <a:xfrm>
            <a:off x="1661528" y="1063736"/>
            <a:ext cx="5820919" cy="68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smtClean="0"/>
              <a:t>Letöltéshez parancs:</a:t>
            </a:r>
            <a:endParaRPr dirty="0"/>
          </a:p>
        </p:txBody>
      </p:sp>
      <p:sp>
        <p:nvSpPr>
          <p:cNvPr id="2699" name="Google Shape;2699;p44"/>
          <p:cNvSpPr txBox="1">
            <a:spLocks noGrp="1"/>
          </p:cNvSpPr>
          <p:nvPr>
            <p:ph type="subTitle" idx="1"/>
          </p:nvPr>
        </p:nvSpPr>
        <p:spPr>
          <a:xfrm>
            <a:off x="750460" y="2854007"/>
            <a:ext cx="7312885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u-HU" sz="2000" dirty="0" err="1"/>
              <a:t>pip</a:t>
            </a:r>
            <a:r>
              <a:rPr lang="hu-HU" sz="2000" dirty="0"/>
              <a:t> </a:t>
            </a:r>
            <a:r>
              <a:rPr lang="hu-HU" sz="2000" dirty="0" err="1"/>
              <a:t>install</a:t>
            </a:r>
            <a:r>
              <a:rPr lang="hu-HU" sz="2000" dirty="0"/>
              <a:t> </a:t>
            </a:r>
            <a:r>
              <a:rPr lang="hu-HU" sz="2000" dirty="0" err="1"/>
              <a:t>customtkinter</a:t>
            </a:r>
            <a:r>
              <a:rPr lang="hu-HU" sz="2000" dirty="0"/>
              <a:t> </a:t>
            </a:r>
            <a:r>
              <a:rPr lang="hu-HU" sz="2000" dirty="0" err="1"/>
              <a:t>opencv-python</a:t>
            </a:r>
            <a:r>
              <a:rPr lang="hu-HU" sz="2000" dirty="0"/>
              <a:t> </a:t>
            </a:r>
            <a:r>
              <a:rPr lang="hu-HU" sz="2000" dirty="0" err="1"/>
              <a:t>pillow</a:t>
            </a:r>
            <a:r>
              <a:rPr lang="hu-HU" sz="2000" dirty="0"/>
              <a:t> </a:t>
            </a:r>
            <a:r>
              <a:rPr lang="hu-HU" sz="2000" dirty="0" err="1"/>
              <a:t>numpy</a:t>
            </a:r>
            <a:endParaRPr lang="hu-HU" sz="2000" dirty="0"/>
          </a:p>
        </p:txBody>
      </p:sp>
      <p:cxnSp>
        <p:nvCxnSpPr>
          <p:cNvPr id="2701" name="Google Shape;2701;p44"/>
          <p:cNvCxnSpPr/>
          <p:nvPr/>
        </p:nvCxnSpPr>
        <p:spPr>
          <a:xfrm rot="10800000" flipH="1">
            <a:off x="2493737" y="2312193"/>
            <a:ext cx="4156500" cy="135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sp>
        <p:nvSpPr>
          <p:cNvPr id="2702" name="Google Shape;2702;p44"/>
          <p:cNvSpPr/>
          <p:nvPr/>
        </p:nvSpPr>
        <p:spPr>
          <a:xfrm>
            <a:off x="2358437" y="2251293"/>
            <a:ext cx="135300" cy="1353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3" name="Google Shape;2703;p44"/>
          <p:cNvSpPr/>
          <p:nvPr/>
        </p:nvSpPr>
        <p:spPr>
          <a:xfrm>
            <a:off x="6650237" y="2251293"/>
            <a:ext cx="135300" cy="1353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04" name="Google Shape;2704;p44"/>
          <p:cNvCxnSpPr>
            <a:stCxn id="2702" idx="6"/>
            <a:endCxn id="2703" idx="2"/>
          </p:cNvCxnSpPr>
          <p:nvPr/>
        </p:nvCxnSpPr>
        <p:spPr>
          <a:xfrm>
            <a:off x="2493737" y="2318943"/>
            <a:ext cx="41565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9" name="Google Shape;2709;p45"/>
          <p:cNvSpPr txBox="1">
            <a:spLocks noGrp="1"/>
          </p:cNvSpPr>
          <p:nvPr>
            <p:ph type="title"/>
          </p:nvPr>
        </p:nvSpPr>
        <p:spPr>
          <a:xfrm>
            <a:off x="904963" y="286895"/>
            <a:ext cx="7207463" cy="62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4000" dirty="0" smtClean="0"/>
              <a:t>Használat 1: forgatás, flip</a:t>
            </a:r>
            <a:endParaRPr sz="4000" dirty="0"/>
          </a:p>
        </p:txBody>
      </p:sp>
      <p:cxnSp>
        <p:nvCxnSpPr>
          <p:cNvPr id="2711" name="Google Shape;2711;p45"/>
          <p:cNvCxnSpPr>
            <a:stCxn id="2712" idx="6"/>
            <a:endCxn id="2713" idx="2"/>
          </p:cNvCxnSpPr>
          <p:nvPr/>
        </p:nvCxnSpPr>
        <p:spPr>
          <a:xfrm>
            <a:off x="2430433" y="1154173"/>
            <a:ext cx="41706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2714" name="Google Shape;2714;p45"/>
          <p:cNvGrpSpPr/>
          <p:nvPr/>
        </p:nvGrpSpPr>
        <p:grpSpPr>
          <a:xfrm>
            <a:off x="2295133" y="1086523"/>
            <a:ext cx="4441050" cy="135300"/>
            <a:chOff x="2358438" y="2282277"/>
            <a:chExt cx="4441050" cy="135300"/>
          </a:xfrm>
        </p:grpSpPr>
        <p:sp>
          <p:nvSpPr>
            <p:cNvPr id="2712" name="Google Shape;2712;p45"/>
            <p:cNvSpPr/>
            <p:nvPr/>
          </p:nvSpPr>
          <p:spPr>
            <a:xfrm>
              <a:off x="2358438" y="2282277"/>
              <a:ext cx="135300" cy="1353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45"/>
            <p:cNvSpPr/>
            <p:nvPr/>
          </p:nvSpPr>
          <p:spPr>
            <a:xfrm>
              <a:off x="6664188" y="2282277"/>
              <a:ext cx="135300" cy="1353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715" name="Google Shape;2715;p45"/>
            <p:cNvCxnSpPr>
              <a:stCxn id="2712" idx="6"/>
              <a:endCxn id="2713" idx="2"/>
            </p:cNvCxnSpPr>
            <p:nvPr/>
          </p:nvCxnSpPr>
          <p:spPr>
            <a:xfrm>
              <a:off x="2493738" y="2349927"/>
              <a:ext cx="41706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cxnSp>
      </p:grpSp>
      <p:pic>
        <p:nvPicPr>
          <p:cNvPr id="2" name="Kép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013" y="1497031"/>
            <a:ext cx="5405364" cy="32126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9" name="Google Shape;2709;p45"/>
          <p:cNvSpPr txBox="1">
            <a:spLocks noGrp="1"/>
          </p:cNvSpPr>
          <p:nvPr>
            <p:ph type="title"/>
          </p:nvPr>
        </p:nvSpPr>
        <p:spPr>
          <a:xfrm>
            <a:off x="-136047" y="286895"/>
            <a:ext cx="9176942" cy="62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4000" dirty="0" smtClean="0"/>
              <a:t>Használat 2: átméretezés</a:t>
            </a:r>
            <a:endParaRPr sz="4000" dirty="0"/>
          </a:p>
        </p:txBody>
      </p:sp>
      <p:cxnSp>
        <p:nvCxnSpPr>
          <p:cNvPr id="2711" name="Google Shape;2711;p45"/>
          <p:cNvCxnSpPr>
            <a:stCxn id="2712" idx="6"/>
            <a:endCxn id="2713" idx="2"/>
          </p:cNvCxnSpPr>
          <p:nvPr/>
        </p:nvCxnSpPr>
        <p:spPr>
          <a:xfrm>
            <a:off x="2430433" y="1154173"/>
            <a:ext cx="41706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2714" name="Google Shape;2714;p45"/>
          <p:cNvGrpSpPr/>
          <p:nvPr/>
        </p:nvGrpSpPr>
        <p:grpSpPr>
          <a:xfrm>
            <a:off x="2295133" y="1086523"/>
            <a:ext cx="4441050" cy="135300"/>
            <a:chOff x="2358438" y="2282277"/>
            <a:chExt cx="4441050" cy="135300"/>
          </a:xfrm>
        </p:grpSpPr>
        <p:sp>
          <p:nvSpPr>
            <p:cNvPr id="2712" name="Google Shape;2712;p45"/>
            <p:cNvSpPr/>
            <p:nvPr/>
          </p:nvSpPr>
          <p:spPr>
            <a:xfrm>
              <a:off x="2358438" y="2282277"/>
              <a:ext cx="135300" cy="1353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45"/>
            <p:cNvSpPr/>
            <p:nvPr/>
          </p:nvSpPr>
          <p:spPr>
            <a:xfrm>
              <a:off x="6664188" y="2282277"/>
              <a:ext cx="135300" cy="1353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715" name="Google Shape;2715;p45"/>
            <p:cNvCxnSpPr>
              <a:stCxn id="2712" idx="6"/>
              <a:endCxn id="2713" idx="2"/>
            </p:cNvCxnSpPr>
            <p:nvPr/>
          </p:nvCxnSpPr>
          <p:spPr>
            <a:xfrm>
              <a:off x="2493738" y="2349927"/>
              <a:ext cx="41706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cxnSp>
      </p:grpSp>
      <p:pic>
        <p:nvPicPr>
          <p:cNvPr id="3" name="Kép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887" y="1497031"/>
            <a:ext cx="5627074" cy="295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218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9" name="Google Shape;2709;p45"/>
          <p:cNvSpPr txBox="1">
            <a:spLocks noGrp="1"/>
          </p:cNvSpPr>
          <p:nvPr>
            <p:ph type="title"/>
          </p:nvPr>
        </p:nvSpPr>
        <p:spPr>
          <a:xfrm>
            <a:off x="712648" y="178048"/>
            <a:ext cx="7742036" cy="62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4000" dirty="0" smtClean="0"/>
              <a:t>Használat 3:effektek, </a:t>
            </a:r>
            <a:r>
              <a:rPr lang="hu-HU" sz="4000" dirty="0" err="1" smtClean="0"/>
              <a:t>crop</a:t>
            </a:r>
            <a:endParaRPr sz="4000" dirty="0"/>
          </a:p>
        </p:txBody>
      </p:sp>
      <p:cxnSp>
        <p:nvCxnSpPr>
          <p:cNvPr id="2711" name="Google Shape;2711;p45"/>
          <p:cNvCxnSpPr>
            <a:stCxn id="2712" idx="6"/>
            <a:endCxn id="2713" idx="2"/>
          </p:cNvCxnSpPr>
          <p:nvPr/>
        </p:nvCxnSpPr>
        <p:spPr>
          <a:xfrm>
            <a:off x="2430433" y="1154173"/>
            <a:ext cx="41706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2714" name="Google Shape;2714;p45"/>
          <p:cNvGrpSpPr/>
          <p:nvPr/>
        </p:nvGrpSpPr>
        <p:grpSpPr>
          <a:xfrm>
            <a:off x="2295133" y="1086523"/>
            <a:ext cx="4441050" cy="135300"/>
            <a:chOff x="2358438" y="2282277"/>
            <a:chExt cx="4441050" cy="135300"/>
          </a:xfrm>
        </p:grpSpPr>
        <p:sp>
          <p:nvSpPr>
            <p:cNvPr id="2712" name="Google Shape;2712;p45"/>
            <p:cNvSpPr/>
            <p:nvPr/>
          </p:nvSpPr>
          <p:spPr>
            <a:xfrm>
              <a:off x="2358438" y="2282277"/>
              <a:ext cx="135300" cy="1353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45"/>
            <p:cNvSpPr/>
            <p:nvPr/>
          </p:nvSpPr>
          <p:spPr>
            <a:xfrm>
              <a:off x="6664188" y="2282277"/>
              <a:ext cx="135300" cy="1353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715" name="Google Shape;2715;p45"/>
            <p:cNvCxnSpPr>
              <a:stCxn id="2712" idx="6"/>
              <a:endCxn id="2713" idx="2"/>
            </p:cNvCxnSpPr>
            <p:nvPr/>
          </p:nvCxnSpPr>
          <p:spPr>
            <a:xfrm>
              <a:off x="2493738" y="2349927"/>
              <a:ext cx="41706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cxnSp>
      </p:grpSp>
      <p:pic>
        <p:nvPicPr>
          <p:cNvPr id="3" name="Kép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3" y="1666566"/>
            <a:ext cx="4459460" cy="2339696"/>
          </a:xfrm>
          <a:prstGeom prst="rect">
            <a:avLst/>
          </a:prstGeom>
        </p:spPr>
      </p:pic>
      <p:pic>
        <p:nvPicPr>
          <p:cNvPr id="4" name="Kép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4863" y="1666566"/>
            <a:ext cx="4493069" cy="233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690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9" name="Google Shape;2709;p45"/>
          <p:cNvSpPr txBox="1">
            <a:spLocks noGrp="1"/>
          </p:cNvSpPr>
          <p:nvPr>
            <p:ph type="title"/>
          </p:nvPr>
        </p:nvSpPr>
        <p:spPr>
          <a:xfrm>
            <a:off x="712648" y="178048"/>
            <a:ext cx="7742036" cy="62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4000" dirty="0" smtClean="0"/>
              <a:t>Mentés</a:t>
            </a:r>
            <a:endParaRPr sz="4000" dirty="0"/>
          </a:p>
        </p:txBody>
      </p:sp>
      <p:cxnSp>
        <p:nvCxnSpPr>
          <p:cNvPr id="2711" name="Google Shape;2711;p45"/>
          <p:cNvCxnSpPr>
            <a:stCxn id="2712" idx="6"/>
            <a:endCxn id="2713" idx="2"/>
          </p:cNvCxnSpPr>
          <p:nvPr/>
        </p:nvCxnSpPr>
        <p:spPr>
          <a:xfrm>
            <a:off x="2430433" y="1154173"/>
            <a:ext cx="41706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2714" name="Google Shape;2714;p45"/>
          <p:cNvGrpSpPr/>
          <p:nvPr/>
        </p:nvGrpSpPr>
        <p:grpSpPr>
          <a:xfrm>
            <a:off x="2295133" y="1086523"/>
            <a:ext cx="4441050" cy="135300"/>
            <a:chOff x="2358438" y="2282277"/>
            <a:chExt cx="4441050" cy="135300"/>
          </a:xfrm>
        </p:grpSpPr>
        <p:sp>
          <p:nvSpPr>
            <p:cNvPr id="2712" name="Google Shape;2712;p45"/>
            <p:cNvSpPr/>
            <p:nvPr/>
          </p:nvSpPr>
          <p:spPr>
            <a:xfrm>
              <a:off x="2358438" y="2282277"/>
              <a:ext cx="135300" cy="1353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45"/>
            <p:cNvSpPr/>
            <p:nvPr/>
          </p:nvSpPr>
          <p:spPr>
            <a:xfrm>
              <a:off x="6664188" y="2282277"/>
              <a:ext cx="135300" cy="1353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715" name="Google Shape;2715;p45"/>
            <p:cNvCxnSpPr>
              <a:stCxn id="2712" idx="6"/>
              <a:endCxn id="2713" idx="2"/>
            </p:cNvCxnSpPr>
            <p:nvPr/>
          </p:nvCxnSpPr>
          <p:spPr>
            <a:xfrm>
              <a:off x="2493738" y="2349927"/>
              <a:ext cx="41706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cxnSp>
      </p:grpSp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4646" y="1289473"/>
            <a:ext cx="4825220" cy="3738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878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6" name="Google Shape;3046;p53"/>
          <p:cNvSpPr txBox="1">
            <a:spLocks noGrp="1"/>
          </p:cNvSpPr>
          <p:nvPr>
            <p:ph type="title"/>
          </p:nvPr>
        </p:nvSpPr>
        <p:spPr>
          <a:xfrm>
            <a:off x="1251900" y="1284675"/>
            <a:ext cx="6640200" cy="21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u-HU" sz="7200" dirty="0" smtClean="0"/>
              <a:t>Köszönöm a</a:t>
            </a:r>
            <a:r>
              <a:rPr lang="en" sz="7200" dirty="0" smtClean="0"/>
              <a:t> </a:t>
            </a:r>
            <a:r>
              <a:rPr lang="hu-HU" dirty="0">
                <a:solidFill>
                  <a:schemeClr val="lt2"/>
                </a:solidFill>
              </a:rPr>
              <a:t/>
            </a:r>
            <a:br>
              <a:rPr lang="hu-HU" dirty="0">
                <a:solidFill>
                  <a:schemeClr val="lt2"/>
                </a:solidFill>
              </a:rPr>
            </a:br>
            <a:r>
              <a:rPr lang="hu-HU" sz="7200" dirty="0" smtClean="0">
                <a:solidFill>
                  <a:schemeClr val="lt2"/>
                </a:solidFill>
              </a:rPr>
              <a:t>Figyelmet!</a:t>
            </a:r>
            <a:endParaRPr sz="7200" dirty="0">
              <a:solidFill>
                <a:schemeClr val="lt2"/>
              </a:solidFill>
            </a:endParaRPr>
          </a:p>
        </p:txBody>
      </p:sp>
      <p:cxnSp>
        <p:nvCxnSpPr>
          <p:cNvPr id="3047" name="Google Shape;3047;p53"/>
          <p:cNvCxnSpPr>
            <a:stCxn id="3048" idx="6"/>
            <a:endCxn id="3049" idx="2"/>
          </p:cNvCxnSpPr>
          <p:nvPr/>
        </p:nvCxnSpPr>
        <p:spPr>
          <a:xfrm>
            <a:off x="2676225" y="3504145"/>
            <a:ext cx="37917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3050" name="Google Shape;3050;p53"/>
          <p:cNvGrpSpPr/>
          <p:nvPr/>
        </p:nvGrpSpPr>
        <p:grpSpPr>
          <a:xfrm>
            <a:off x="2540925" y="3436495"/>
            <a:ext cx="4062150" cy="135300"/>
            <a:chOff x="2540925" y="3436495"/>
            <a:chExt cx="4062150" cy="135300"/>
          </a:xfrm>
        </p:grpSpPr>
        <p:sp>
          <p:nvSpPr>
            <p:cNvPr id="3048" name="Google Shape;3048;p53"/>
            <p:cNvSpPr/>
            <p:nvPr/>
          </p:nvSpPr>
          <p:spPr>
            <a:xfrm>
              <a:off x="2540925" y="3436495"/>
              <a:ext cx="135300" cy="1353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53"/>
            <p:cNvSpPr/>
            <p:nvPr/>
          </p:nvSpPr>
          <p:spPr>
            <a:xfrm>
              <a:off x="6467775" y="3436495"/>
              <a:ext cx="135300" cy="1353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051" name="Google Shape;3051;p53"/>
            <p:cNvCxnSpPr>
              <a:stCxn id="3048" idx="6"/>
              <a:endCxn id="3049" idx="2"/>
            </p:cNvCxnSpPr>
            <p:nvPr/>
          </p:nvCxnSpPr>
          <p:spPr>
            <a:xfrm>
              <a:off x="2676225" y="3504145"/>
              <a:ext cx="37917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Computer Science &amp; Mathematics Major For College: Computer Science &amp; Programming by Slidesgo">
  <a:themeElements>
    <a:clrScheme name="Simple Light">
      <a:dk1>
        <a:srgbClr val="000304"/>
      </a:dk1>
      <a:lt1>
        <a:srgbClr val="FFFFFF"/>
      </a:lt1>
      <a:dk2>
        <a:srgbClr val="00A4FF"/>
      </a:dk2>
      <a:lt2>
        <a:srgbClr val="E63B00"/>
      </a:lt2>
      <a:accent1>
        <a:srgbClr val="00E9FF"/>
      </a:accent1>
      <a:accent2>
        <a:srgbClr val="FFFFFF"/>
      </a:accent2>
      <a:accent3>
        <a:srgbClr val="91A7A8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192</Words>
  <Application>Microsoft Office PowerPoint</Application>
  <PresentationFormat>Diavetítés a képernyőre (16:9 oldalarány)</PresentationFormat>
  <Paragraphs>37</Paragraphs>
  <Slides>10</Slides>
  <Notes>10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4" baseType="lpstr">
      <vt:lpstr>Play</vt:lpstr>
      <vt:lpstr>Arial</vt:lpstr>
      <vt:lpstr>Source Sans Pro</vt:lpstr>
      <vt:lpstr>Computer Science &amp; Mathematics Major For College: Computer Science &amp; Programming by Slidesgo</vt:lpstr>
      <vt:lpstr>Haladó programozás beadandó:  Modern képszerkesztő Pythonban GUI-val</vt:lpstr>
      <vt:lpstr>Bemutatás</vt:lpstr>
      <vt:lpstr>PowerPoint-bemutató</vt:lpstr>
      <vt:lpstr>Haznált csomagok:</vt:lpstr>
      <vt:lpstr>Letöltéshez parancs:</vt:lpstr>
      <vt:lpstr>Használat 1: forgatás, flip</vt:lpstr>
      <vt:lpstr>Használat 2: átméretezés</vt:lpstr>
      <vt:lpstr>Használat 3:effektek, crop</vt:lpstr>
      <vt:lpstr>Mentés</vt:lpstr>
      <vt:lpstr>Köszönöm a 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Haladó programozás beadandó:  Modern képszerkesztő Pythonban GUI-val</dc:title>
  <cp:lastModifiedBy>user</cp:lastModifiedBy>
  <cp:revision>10</cp:revision>
  <dcterms:modified xsi:type="dcterms:W3CDTF">2025-11-27T17:03:18Z</dcterms:modified>
</cp:coreProperties>
</file>